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56" r:id="rId2"/>
    <p:sldId id="258" r:id="rId3"/>
    <p:sldId id="257" r:id="rId4"/>
    <p:sldId id="262" r:id="rId5"/>
    <p:sldId id="261" r:id="rId6"/>
    <p:sldId id="265" r:id="rId7"/>
    <p:sldId id="264" r:id="rId8"/>
    <p:sldId id="263" r:id="rId9"/>
    <p:sldId id="267" r:id="rId10"/>
    <p:sldId id="268" r:id="rId11"/>
    <p:sldId id="259" r:id="rId12"/>
    <p:sldId id="270" r:id="rId13"/>
    <p:sldId id="260" r:id="rId14"/>
    <p:sldId id="271" r:id="rId15"/>
    <p:sldId id="266" r:id="rId16"/>
    <p:sldId id="269" r:id="rId17"/>
  </p:sldIdLst>
  <p:sldSz cx="8999538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  <a:srgbClr val="7F7F7F"/>
    <a:srgbClr val="000000"/>
    <a:srgbClr val="FFFFFF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428" y="3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7060C-B009-926C-35EC-6F9AB0FC2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5"/>
            <a:ext cx="8999538" cy="7090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BBAC10-8A4F-F2F1-367C-3EEA8DE5AB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4485600"/>
            <a:ext cx="8999538" cy="973504"/>
          </a:xfrm>
          <a:prstGeom prst="rect">
            <a:avLst/>
          </a:prstGeom>
          <a:gradFill>
            <a:gsLst>
              <a:gs pos="0">
                <a:srgbClr val="7F7F7F"/>
              </a:gs>
              <a:gs pos="100000">
                <a:srgbClr val="000000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Palette de couleurs</a:t>
            </a:r>
            <a:endParaRPr lang="fr-CA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56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c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94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rey-Title">
    <p:bg>
      <p:bgPr>
        <a:solidFill>
          <a:srgbClr val="444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874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ir-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538" y="0"/>
            <a:ext cx="3600000" cy="5400000"/>
          </a:xfrm>
          <a:solidFill>
            <a:srgbClr val="FFFFFF"/>
          </a:solidFill>
        </p:spPr>
        <p:txBody>
          <a:bodyPr anchor="t"/>
          <a:lstStyle>
            <a:lvl1pPr algn="ctr">
              <a:defRPr sz="36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3186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c-T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264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-Titre">
    <p:bg>
      <p:bgPr>
        <a:solidFill>
          <a:srgbClr val="444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46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ir-Tes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8093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99538" y="675"/>
            <a:ext cx="3600000" cy="54000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170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68" r:id="rId2"/>
    <p:sldLayoutId id="2147483677" r:id="rId3"/>
    <p:sldLayoutId id="2147483663" r:id="rId4"/>
    <p:sldLayoutId id="2147483674" r:id="rId5"/>
    <p:sldLayoutId id="2147483676" r:id="rId6"/>
    <p:sldLayoutId id="2147483675" r:id="rId7"/>
  </p:sldLayoutIdLst>
  <p:txStyles>
    <p:titleStyle>
      <a:lvl1pPr algn="ctr" defTabSz="67501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68753" indent="-168753" algn="l" defTabSz="67501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067" kern="1200">
          <a:solidFill>
            <a:schemeClr val="tx1"/>
          </a:solidFill>
          <a:latin typeface="+mn-lt"/>
          <a:ea typeface="+mn-ea"/>
          <a:cs typeface="+mn-cs"/>
        </a:defRPr>
      </a:lvl1pPr>
      <a:lvl2pPr marL="50625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4376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3pPr>
      <a:lvl4pPr marL="118126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4pPr>
      <a:lvl5pPr marL="151877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5pPr>
      <a:lvl6pPr marL="185627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19378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53128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86879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1pPr>
      <a:lvl2pPr marL="33750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2pPr>
      <a:lvl3pPr marL="67501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1251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4pPr>
      <a:lvl5pPr marL="135002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5pPr>
      <a:lvl6pPr marL="168752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02503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36253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70004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3FAC5-EA65-D817-9772-32FC0D2D7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Picker</a:t>
            </a:r>
            <a:endParaRPr lang="fr-C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CEF252-ED2C-6F37-2F4B-09BE9A7BDF22}"/>
              </a:ext>
            </a:extLst>
          </p:cNvPr>
          <p:cNvSpPr>
            <a:spLocks noChangeAspect="1"/>
          </p:cNvSpPr>
          <p:nvPr/>
        </p:nvSpPr>
        <p:spPr>
          <a:xfrm>
            <a:off x="1238824" y="1566007"/>
            <a:ext cx="1440000" cy="14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5614A3-C805-F2BC-F4C6-F171239FA9FE}"/>
              </a:ext>
            </a:extLst>
          </p:cNvPr>
          <p:cNvSpPr>
            <a:spLocks noChangeAspect="1"/>
          </p:cNvSpPr>
          <p:nvPr/>
        </p:nvSpPr>
        <p:spPr>
          <a:xfrm>
            <a:off x="3059769" y="1566007"/>
            <a:ext cx="1440000" cy="1440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8650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71801-3C1F-9B60-DBB7-BBB11AD1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Logo Fond Blanc</a:t>
            </a:r>
            <a:endParaRPr lang="fr-CA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E8613B6-7A4F-2AB2-E75C-032B9DDBB74F}"/>
              </a:ext>
            </a:extLst>
          </p:cNvPr>
          <p:cNvGrpSpPr/>
          <p:nvPr/>
        </p:nvGrpSpPr>
        <p:grpSpPr>
          <a:xfrm>
            <a:off x="899769" y="938362"/>
            <a:ext cx="3600000" cy="3117600"/>
            <a:chOff x="3998468" y="2509255"/>
            <a:chExt cx="3600000" cy="3117600"/>
          </a:xfrm>
        </p:grpSpPr>
        <p:sp>
          <p:nvSpPr>
            <p:cNvPr id="4" name="red">
              <a:extLst>
                <a:ext uri="{FF2B5EF4-FFF2-40B4-BE49-F238E27FC236}">
                  <a16:creationId xmlns:a16="http://schemas.microsoft.com/office/drawing/2014/main" id="{CC0B317D-9D94-493B-5FCD-CF8A36A53397}"/>
                </a:ext>
              </a:extLst>
            </p:cNvPr>
            <p:cNvSpPr/>
            <p:nvPr/>
          </p:nvSpPr>
          <p:spPr>
            <a:xfrm>
              <a:off x="3998468" y="2509255"/>
              <a:ext cx="3600000" cy="3117600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5" name="bl">
              <a:extLst>
                <a:ext uri="{FF2B5EF4-FFF2-40B4-BE49-F238E27FC236}">
                  <a16:creationId xmlns:a16="http://schemas.microsoft.com/office/drawing/2014/main" id="{89511BC6-CC2D-54BD-913B-2116517AF791}"/>
                </a:ext>
              </a:extLst>
            </p:cNvPr>
            <p:cNvSpPr/>
            <p:nvPr/>
          </p:nvSpPr>
          <p:spPr>
            <a:xfrm>
              <a:off x="3998468" y="2509255"/>
              <a:ext cx="3600000" cy="3117600"/>
            </a:xfrm>
            <a:prstGeom prst="hexagon">
              <a:avLst/>
            </a:prstGeom>
            <a:gradFill>
              <a:gsLst>
                <a:gs pos="50000">
                  <a:schemeClr val="bg1">
                    <a:alpha val="0"/>
                  </a:schemeClr>
                </a:gs>
                <a:gs pos="100000">
                  <a:srgbClr val="0000FF"/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" name="gr">
              <a:extLst>
                <a:ext uri="{FF2B5EF4-FFF2-40B4-BE49-F238E27FC236}">
                  <a16:creationId xmlns:a16="http://schemas.microsoft.com/office/drawing/2014/main" id="{F669A8E9-35B2-9D81-6EE6-E95DBD5388A7}"/>
                </a:ext>
              </a:extLst>
            </p:cNvPr>
            <p:cNvSpPr/>
            <p:nvPr/>
          </p:nvSpPr>
          <p:spPr>
            <a:xfrm>
              <a:off x="3998468" y="2509255"/>
              <a:ext cx="3600000" cy="3117600"/>
            </a:xfrm>
            <a:prstGeom prst="hexagon">
              <a:avLst/>
            </a:prstGeom>
            <a:gradFill>
              <a:gsLst>
                <a:gs pos="50000">
                  <a:schemeClr val="bg1">
                    <a:alpha val="0"/>
                  </a:schemeClr>
                </a:gs>
                <a:gs pos="100000">
                  <a:srgbClr val="00FF00"/>
                </a:gs>
              </a:gsLst>
              <a:lin ang="180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7" name="red">
              <a:extLst>
                <a:ext uri="{FF2B5EF4-FFF2-40B4-BE49-F238E27FC236}">
                  <a16:creationId xmlns:a16="http://schemas.microsoft.com/office/drawing/2014/main" id="{65CD076A-C646-1F70-09DD-458D3C90C2A0}"/>
                </a:ext>
              </a:extLst>
            </p:cNvPr>
            <p:cNvSpPr/>
            <p:nvPr/>
          </p:nvSpPr>
          <p:spPr>
            <a:xfrm>
              <a:off x="3998468" y="2509255"/>
              <a:ext cx="3600000" cy="3117600"/>
            </a:xfrm>
            <a:prstGeom prst="hexagon">
              <a:avLst/>
            </a:prstGeom>
            <a:gradFill>
              <a:gsLst>
                <a:gs pos="50000">
                  <a:schemeClr val="bg1">
                    <a:alpha val="0"/>
                  </a:schemeClr>
                </a:gs>
                <a:gs pos="100000">
                  <a:srgbClr val="FF0000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1472808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E0B3FAF-EBC1-5657-FBF5-B4DBE830B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Logo Transparent</a:t>
            </a:r>
            <a:endParaRPr lang="fr-CA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4E33818-E94D-C318-7F13-5D2F5A7C9320}"/>
              </a:ext>
            </a:extLst>
          </p:cNvPr>
          <p:cNvGrpSpPr/>
          <p:nvPr/>
        </p:nvGrpSpPr>
        <p:grpSpPr>
          <a:xfrm>
            <a:off x="899769" y="990739"/>
            <a:ext cx="3600000" cy="3117600"/>
            <a:chOff x="3892771" y="1292513"/>
            <a:chExt cx="3600000" cy="3117600"/>
          </a:xfrm>
        </p:grpSpPr>
        <p:sp>
          <p:nvSpPr>
            <p:cNvPr id="4" name="bl">
              <a:extLst>
                <a:ext uri="{FF2B5EF4-FFF2-40B4-BE49-F238E27FC236}">
                  <a16:creationId xmlns:a16="http://schemas.microsoft.com/office/drawing/2014/main" id="{63C0C711-17EF-E694-B55D-1C00544964F5}"/>
                </a:ext>
              </a:extLst>
            </p:cNvPr>
            <p:cNvSpPr/>
            <p:nvPr/>
          </p:nvSpPr>
          <p:spPr>
            <a:xfrm>
              <a:off x="3892771" y="1292513"/>
              <a:ext cx="3600000" cy="3117600"/>
            </a:xfrm>
            <a:prstGeom prst="hexagon">
              <a:avLst/>
            </a:prstGeom>
            <a:gradFill>
              <a:gsLst>
                <a:gs pos="50000">
                  <a:schemeClr val="bg1">
                    <a:alpha val="0"/>
                  </a:schemeClr>
                </a:gs>
                <a:gs pos="100000">
                  <a:srgbClr val="0000FF"/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5" name="gr">
              <a:extLst>
                <a:ext uri="{FF2B5EF4-FFF2-40B4-BE49-F238E27FC236}">
                  <a16:creationId xmlns:a16="http://schemas.microsoft.com/office/drawing/2014/main" id="{00838D7F-7DFE-67D3-7994-CCEFD0865B63}"/>
                </a:ext>
              </a:extLst>
            </p:cNvPr>
            <p:cNvSpPr/>
            <p:nvPr/>
          </p:nvSpPr>
          <p:spPr>
            <a:xfrm>
              <a:off x="3892771" y="1292513"/>
              <a:ext cx="3600000" cy="3117600"/>
            </a:xfrm>
            <a:prstGeom prst="hexagon">
              <a:avLst/>
            </a:prstGeom>
            <a:gradFill>
              <a:gsLst>
                <a:gs pos="50000">
                  <a:schemeClr val="bg1">
                    <a:alpha val="0"/>
                  </a:schemeClr>
                </a:gs>
                <a:gs pos="100000">
                  <a:srgbClr val="00FF00"/>
                </a:gs>
              </a:gsLst>
              <a:lin ang="180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" name="red">
              <a:extLst>
                <a:ext uri="{FF2B5EF4-FFF2-40B4-BE49-F238E27FC236}">
                  <a16:creationId xmlns:a16="http://schemas.microsoft.com/office/drawing/2014/main" id="{570A0177-A554-3A47-76C0-EB8C31FB9659}"/>
                </a:ext>
              </a:extLst>
            </p:cNvPr>
            <p:cNvSpPr/>
            <p:nvPr/>
          </p:nvSpPr>
          <p:spPr>
            <a:xfrm>
              <a:off x="3892771" y="1292513"/>
              <a:ext cx="3600000" cy="3117600"/>
            </a:xfrm>
            <a:prstGeom prst="hexagon">
              <a:avLst/>
            </a:prstGeom>
            <a:gradFill>
              <a:gsLst>
                <a:gs pos="50000">
                  <a:schemeClr val="bg1">
                    <a:alpha val="0"/>
                  </a:schemeClr>
                </a:gs>
                <a:gs pos="100000">
                  <a:srgbClr val="FF0000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2190761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6771E-0ED1-33CA-BE60-A6BCAA3B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</a:t>
            </a:r>
            <a:endParaRPr lang="fr-CA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505386F-6959-E9A1-8728-B2DB98095DAE}"/>
              </a:ext>
            </a:extLst>
          </p:cNvPr>
          <p:cNvGrpSpPr/>
          <p:nvPr/>
        </p:nvGrpSpPr>
        <p:grpSpPr>
          <a:xfrm>
            <a:off x="1277596" y="1595160"/>
            <a:ext cx="2711912" cy="2210353"/>
            <a:chOff x="7707494" y="2865508"/>
            <a:chExt cx="1038462" cy="846402"/>
          </a:xfrm>
        </p:grpSpPr>
        <p:sp>
          <p:nvSpPr>
            <p:cNvPr id="4" name="Rectangle: Top Corners Rounded 3">
              <a:extLst>
                <a:ext uri="{FF2B5EF4-FFF2-40B4-BE49-F238E27FC236}">
                  <a16:creationId xmlns:a16="http://schemas.microsoft.com/office/drawing/2014/main" id="{F82A8FBF-AB5A-13B2-A7D7-36CB14FFFBE7}"/>
                </a:ext>
              </a:extLst>
            </p:cNvPr>
            <p:cNvSpPr/>
            <p:nvPr/>
          </p:nvSpPr>
          <p:spPr>
            <a:xfrm>
              <a:off x="7707494" y="3147653"/>
              <a:ext cx="841194" cy="564257"/>
            </a:xfrm>
            <a:prstGeom prst="round2SameRect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0C480BF-724F-47DF-2EB4-7532A839376E}"/>
                </a:ext>
              </a:extLst>
            </p:cNvPr>
            <p:cNvSpPr/>
            <p:nvPr/>
          </p:nvSpPr>
          <p:spPr>
            <a:xfrm>
              <a:off x="7806128" y="2865508"/>
              <a:ext cx="841194" cy="6495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" name="Arrow: Up 5">
              <a:extLst>
                <a:ext uri="{FF2B5EF4-FFF2-40B4-BE49-F238E27FC236}">
                  <a16:creationId xmlns:a16="http://schemas.microsoft.com/office/drawing/2014/main" id="{CFBC3E09-E046-94BD-2B39-294A94893966}"/>
                </a:ext>
              </a:extLst>
            </p:cNvPr>
            <p:cNvSpPr/>
            <p:nvPr/>
          </p:nvSpPr>
          <p:spPr>
            <a:xfrm>
              <a:off x="8043629" y="2964253"/>
              <a:ext cx="402462" cy="339202"/>
            </a:xfrm>
            <a:prstGeom prst="upArrow">
              <a:avLst/>
            </a:pr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88EAB20-1218-0AF9-707F-C06692441549}"/>
                </a:ext>
              </a:extLst>
            </p:cNvPr>
            <p:cNvSpPr/>
            <p:nvPr/>
          </p:nvSpPr>
          <p:spPr>
            <a:xfrm>
              <a:off x="7707494" y="3227294"/>
              <a:ext cx="1038462" cy="484616"/>
            </a:xfrm>
            <a:custGeom>
              <a:avLst/>
              <a:gdLst>
                <a:gd name="csX0" fmla="*/ 714375 w 714375"/>
                <a:gd name="csY0" fmla="*/ 38100 h 333375"/>
                <a:gd name="csX1" fmla="*/ 680085 w 714375"/>
                <a:gd name="csY1" fmla="*/ 0 h 333375"/>
                <a:gd name="csX2" fmla="*/ 160973 w 714375"/>
                <a:gd name="csY2" fmla="*/ 0 h 333375"/>
                <a:gd name="csX3" fmla="*/ 128588 w 714375"/>
                <a:gd name="csY3" fmla="*/ 20955 h 333375"/>
                <a:gd name="csX4" fmla="*/ 0 w 714375"/>
                <a:gd name="csY4" fmla="*/ 333375 h 333375"/>
                <a:gd name="csX5" fmla="*/ 581025 w 714375"/>
                <a:gd name="csY5" fmla="*/ 333375 h 333375"/>
                <a:gd name="csX6" fmla="*/ 710565 w 714375"/>
                <a:gd name="csY6" fmla="*/ 55245 h 333375"/>
                <a:gd name="csX7" fmla="*/ 714375 w 714375"/>
                <a:gd name="csY7" fmla="*/ 38100 h 333375"/>
                <a:gd name="csX8" fmla="*/ 714375 w 714375"/>
                <a:gd name="csY8" fmla="*/ 38100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14375" h="333375">
                  <a:moveTo>
                    <a:pt x="714375" y="38100"/>
                  </a:moveTo>
                  <a:cubicBezTo>
                    <a:pt x="714375" y="18098"/>
                    <a:pt x="700088" y="1905"/>
                    <a:pt x="680085" y="0"/>
                  </a:cubicBezTo>
                  <a:lnTo>
                    <a:pt x="160973" y="0"/>
                  </a:lnTo>
                  <a:cubicBezTo>
                    <a:pt x="146685" y="0"/>
                    <a:pt x="134303" y="8573"/>
                    <a:pt x="128588" y="20955"/>
                  </a:cubicBezTo>
                  <a:lnTo>
                    <a:pt x="0" y="333375"/>
                  </a:lnTo>
                  <a:lnTo>
                    <a:pt x="581025" y="333375"/>
                  </a:lnTo>
                  <a:lnTo>
                    <a:pt x="710565" y="55245"/>
                  </a:lnTo>
                  <a:cubicBezTo>
                    <a:pt x="713423" y="49530"/>
                    <a:pt x="714375" y="43815"/>
                    <a:pt x="714375" y="38100"/>
                  </a:cubicBezTo>
                  <a:lnTo>
                    <a:pt x="714375" y="381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fr-CA" dirty="0"/>
            </a:p>
          </p:txBody>
        </p:sp>
      </p:grpSp>
    </p:spTree>
    <p:extLst>
      <p:ext uri="{BB962C8B-B14F-4D97-AF65-F5344CB8AC3E}">
        <p14:creationId xmlns:p14="http://schemas.microsoft.com/office/powerpoint/2010/main" val="1689212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C9C38-A4FA-FEE9-3E24-E53FCCBD7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</a:t>
            </a:r>
            <a:endParaRPr lang="fr-CA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4ED15C8-EA09-E0F2-269D-3138F4B31384}"/>
              </a:ext>
            </a:extLst>
          </p:cNvPr>
          <p:cNvGrpSpPr/>
          <p:nvPr/>
        </p:nvGrpSpPr>
        <p:grpSpPr>
          <a:xfrm>
            <a:off x="997389" y="916408"/>
            <a:ext cx="2907412" cy="2907412"/>
            <a:chOff x="1611721" y="3648318"/>
            <a:chExt cx="2440062" cy="244006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C8B13FA-269E-5D7F-AE53-D33CC3CCD190}"/>
                </a:ext>
              </a:extLst>
            </p:cNvPr>
            <p:cNvSpPr/>
            <p:nvPr/>
          </p:nvSpPr>
          <p:spPr>
            <a:xfrm>
              <a:off x="2331720" y="4777740"/>
              <a:ext cx="1158240" cy="1013460"/>
            </a:xfrm>
            <a:prstGeom prst="rect">
              <a:avLst/>
            </a:prstGeom>
            <a:solidFill>
              <a:srgbClr val="9999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EA1F062-AECA-1BE2-EC22-CC21FAB05CCE}"/>
                </a:ext>
              </a:extLst>
            </p:cNvPr>
            <p:cNvSpPr/>
            <p:nvPr/>
          </p:nvSpPr>
          <p:spPr>
            <a:xfrm>
              <a:off x="2103120" y="3764280"/>
              <a:ext cx="1501140" cy="10134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F3F12F3-9844-045F-1068-7037D89C65BC}"/>
                </a:ext>
              </a:extLst>
            </p:cNvPr>
            <p:cNvSpPr/>
            <p:nvPr/>
          </p:nvSpPr>
          <p:spPr>
            <a:xfrm>
              <a:off x="1611721" y="3648318"/>
              <a:ext cx="2440062" cy="2440062"/>
            </a:xfrm>
            <a:custGeom>
              <a:avLst/>
              <a:gdLst>
                <a:gd name="csX0" fmla="*/ 295275 w 647700"/>
                <a:gd name="csY0" fmla="*/ 400050 h 647700"/>
                <a:gd name="csX1" fmla="*/ 352425 w 647700"/>
                <a:gd name="csY1" fmla="*/ 400050 h 647700"/>
                <a:gd name="csX2" fmla="*/ 352425 w 647700"/>
                <a:gd name="csY2" fmla="*/ 457200 h 647700"/>
                <a:gd name="csX3" fmla="*/ 295275 w 647700"/>
                <a:gd name="csY3" fmla="*/ 457200 h 647700"/>
                <a:gd name="csX4" fmla="*/ 323850 w 647700"/>
                <a:gd name="csY4" fmla="*/ 333375 h 647700"/>
                <a:gd name="csX5" fmla="*/ 228600 w 647700"/>
                <a:gd name="csY5" fmla="*/ 428625 h 647700"/>
                <a:gd name="csX6" fmla="*/ 323850 w 647700"/>
                <a:gd name="csY6" fmla="*/ 523875 h 647700"/>
                <a:gd name="csX7" fmla="*/ 419100 w 647700"/>
                <a:gd name="csY7" fmla="*/ 428625 h 647700"/>
                <a:gd name="csX8" fmla="*/ 323850 w 647700"/>
                <a:gd name="csY8" fmla="*/ 333375 h 647700"/>
                <a:gd name="csX9" fmla="*/ 190500 w 647700"/>
                <a:gd name="csY9" fmla="*/ 95250 h 647700"/>
                <a:gd name="csX10" fmla="*/ 247650 w 647700"/>
                <a:gd name="csY10" fmla="*/ 95250 h 647700"/>
                <a:gd name="csX11" fmla="*/ 247650 w 647700"/>
                <a:gd name="csY11" fmla="*/ 238125 h 647700"/>
                <a:gd name="csX12" fmla="*/ 190500 w 647700"/>
                <a:gd name="csY12" fmla="*/ 238125 h 647700"/>
                <a:gd name="csX13" fmla="*/ 152400 w 647700"/>
                <a:gd name="csY13" fmla="*/ 57150 h 647700"/>
                <a:gd name="csX14" fmla="*/ 152400 w 647700"/>
                <a:gd name="csY14" fmla="*/ 276225 h 647700"/>
                <a:gd name="csX15" fmla="*/ 495300 w 647700"/>
                <a:gd name="csY15" fmla="*/ 276225 h 647700"/>
                <a:gd name="csX16" fmla="*/ 495300 w 647700"/>
                <a:gd name="csY16" fmla="*/ 57150 h 647700"/>
                <a:gd name="csX17" fmla="*/ 95250 w 647700"/>
                <a:gd name="csY17" fmla="*/ 0 h 647700"/>
                <a:gd name="csX18" fmla="*/ 152400 w 647700"/>
                <a:gd name="csY18" fmla="*/ 0 h 647700"/>
                <a:gd name="csX19" fmla="*/ 495300 w 647700"/>
                <a:gd name="csY19" fmla="*/ 0 h 647700"/>
                <a:gd name="csX20" fmla="*/ 609600 w 647700"/>
                <a:gd name="csY20" fmla="*/ 0 h 647700"/>
                <a:gd name="csX21" fmla="*/ 647700 w 647700"/>
                <a:gd name="csY21" fmla="*/ 38100 h 647700"/>
                <a:gd name="csX22" fmla="*/ 647700 w 647700"/>
                <a:gd name="csY22" fmla="*/ 609600 h 647700"/>
                <a:gd name="csX23" fmla="*/ 609600 w 647700"/>
                <a:gd name="csY23" fmla="*/ 647700 h 647700"/>
                <a:gd name="csX24" fmla="*/ 38100 w 647700"/>
                <a:gd name="csY24" fmla="*/ 647700 h 647700"/>
                <a:gd name="csX25" fmla="*/ 0 w 647700"/>
                <a:gd name="csY25" fmla="*/ 609600 h 647700"/>
                <a:gd name="csX26" fmla="*/ 0 w 647700"/>
                <a:gd name="csY26" fmla="*/ 95250 h 647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647700" h="647700">
                  <a:moveTo>
                    <a:pt x="295275" y="400050"/>
                  </a:moveTo>
                  <a:lnTo>
                    <a:pt x="352425" y="400050"/>
                  </a:lnTo>
                  <a:lnTo>
                    <a:pt x="352425" y="457200"/>
                  </a:lnTo>
                  <a:lnTo>
                    <a:pt x="295275" y="457200"/>
                  </a:lnTo>
                  <a:close/>
                  <a:moveTo>
                    <a:pt x="323850" y="333375"/>
                  </a:moveTo>
                  <a:cubicBezTo>
                    <a:pt x="271463" y="333375"/>
                    <a:pt x="228600" y="376238"/>
                    <a:pt x="228600" y="428625"/>
                  </a:cubicBezTo>
                  <a:cubicBezTo>
                    <a:pt x="228600" y="481013"/>
                    <a:pt x="271463" y="523875"/>
                    <a:pt x="323850" y="523875"/>
                  </a:cubicBezTo>
                  <a:cubicBezTo>
                    <a:pt x="376238" y="523875"/>
                    <a:pt x="419100" y="481013"/>
                    <a:pt x="419100" y="428625"/>
                  </a:cubicBezTo>
                  <a:cubicBezTo>
                    <a:pt x="419100" y="376238"/>
                    <a:pt x="376238" y="333375"/>
                    <a:pt x="323850" y="333375"/>
                  </a:cubicBezTo>
                  <a:close/>
                  <a:moveTo>
                    <a:pt x="190500" y="95250"/>
                  </a:moveTo>
                  <a:lnTo>
                    <a:pt x="247650" y="95250"/>
                  </a:lnTo>
                  <a:lnTo>
                    <a:pt x="247650" y="238125"/>
                  </a:lnTo>
                  <a:lnTo>
                    <a:pt x="190500" y="238125"/>
                  </a:lnTo>
                  <a:close/>
                  <a:moveTo>
                    <a:pt x="152400" y="57150"/>
                  </a:moveTo>
                  <a:lnTo>
                    <a:pt x="152400" y="276225"/>
                  </a:lnTo>
                  <a:lnTo>
                    <a:pt x="495300" y="276225"/>
                  </a:lnTo>
                  <a:lnTo>
                    <a:pt x="495300" y="57150"/>
                  </a:lnTo>
                  <a:close/>
                  <a:moveTo>
                    <a:pt x="95250" y="0"/>
                  </a:moveTo>
                  <a:lnTo>
                    <a:pt x="152400" y="0"/>
                  </a:lnTo>
                  <a:lnTo>
                    <a:pt x="495300" y="0"/>
                  </a:lnTo>
                  <a:lnTo>
                    <a:pt x="609600" y="0"/>
                  </a:lnTo>
                  <a:cubicBezTo>
                    <a:pt x="630555" y="0"/>
                    <a:pt x="647700" y="17145"/>
                    <a:pt x="647700" y="38100"/>
                  </a:cubicBezTo>
                  <a:lnTo>
                    <a:pt x="647700" y="609600"/>
                  </a:lnTo>
                  <a:cubicBezTo>
                    <a:pt x="647700" y="630555"/>
                    <a:pt x="630555" y="647700"/>
                    <a:pt x="609600" y="647700"/>
                  </a:cubicBezTo>
                  <a:lnTo>
                    <a:pt x="38100" y="647700"/>
                  </a:lnTo>
                  <a:cubicBezTo>
                    <a:pt x="17145" y="647700"/>
                    <a:pt x="0" y="630555"/>
                    <a:pt x="0" y="609600"/>
                  </a:cubicBezTo>
                  <a:lnTo>
                    <a:pt x="0" y="9525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1616690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43211-DF22-FA41-4336-2DF275F48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Palette</a:t>
            </a:r>
            <a:endParaRPr lang="fr-CA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54D7840-ED27-1BFF-DF92-1CEAF147ED46}"/>
              </a:ext>
            </a:extLst>
          </p:cNvPr>
          <p:cNvGrpSpPr/>
          <p:nvPr/>
        </p:nvGrpSpPr>
        <p:grpSpPr>
          <a:xfrm>
            <a:off x="1231809" y="564748"/>
            <a:ext cx="3132876" cy="4042421"/>
            <a:chOff x="7639356" y="1399046"/>
            <a:chExt cx="1671791" cy="215715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9EBB0B6-846B-239A-C6DE-980F94A74983}"/>
                </a:ext>
              </a:extLst>
            </p:cNvPr>
            <p:cNvSpPr/>
            <p:nvPr/>
          </p:nvSpPr>
          <p:spPr>
            <a:xfrm>
              <a:off x="7698658" y="1435510"/>
              <a:ext cx="1543665" cy="2035277"/>
            </a:xfrm>
            <a:custGeom>
              <a:avLst/>
              <a:gdLst>
                <a:gd name="csX0" fmla="*/ 9832 w 1543665"/>
                <a:gd name="csY0" fmla="*/ 0 h 2035277"/>
                <a:gd name="csX1" fmla="*/ 9832 w 1543665"/>
                <a:gd name="csY1" fmla="*/ 0 h 2035277"/>
                <a:gd name="csX2" fmla="*/ 88490 w 1543665"/>
                <a:gd name="csY2" fmla="*/ 39329 h 2035277"/>
                <a:gd name="csX3" fmla="*/ 511277 w 1543665"/>
                <a:gd name="csY3" fmla="*/ 78658 h 2035277"/>
                <a:gd name="csX4" fmla="*/ 825910 w 1543665"/>
                <a:gd name="csY4" fmla="*/ 58993 h 2035277"/>
                <a:gd name="csX5" fmla="*/ 914400 w 1543665"/>
                <a:gd name="csY5" fmla="*/ 78658 h 2035277"/>
                <a:gd name="csX6" fmla="*/ 943897 w 1543665"/>
                <a:gd name="csY6" fmla="*/ 68825 h 2035277"/>
                <a:gd name="csX7" fmla="*/ 1022555 w 1543665"/>
                <a:gd name="csY7" fmla="*/ 58993 h 2035277"/>
                <a:gd name="csX8" fmla="*/ 943897 w 1543665"/>
                <a:gd name="csY8" fmla="*/ 589935 h 2035277"/>
                <a:gd name="csX9" fmla="*/ 1533832 w 1543665"/>
                <a:gd name="csY9" fmla="*/ 609600 h 2035277"/>
                <a:gd name="csX10" fmla="*/ 1543665 w 1543665"/>
                <a:gd name="csY10" fmla="*/ 2025445 h 2035277"/>
                <a:gd name="csX11" fmla="*/ 0 w 1543665"/>
                <a:gd name="csY11" fmla="*/ 2035277 h 2035277"/>
                <a:gd name="csX12" fmla="*/ 19665 w 1543665"/>
                <a:gd name="csY12" fmla="*/ 117987 h 2035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43665" h="2035277">
                  <a:moveTo>
                    <a:pt x="9832" y="0"/>
                  </a:moveTo>
                  <a:lnTo>
                    <a:pt x="9832" y="0"/>
                  </a:lnTo>
                  <a:cubicBezTo>
                    <a:pt x="36051" y="13110"/>
                    <a:pt x="60680" y="30059"/>
                    <a:pt x="88490" y="39329"/>
                  </a:cubicBezTo>
                  <a:cubicBezTo>
                    <a:pt x="235693" y="88396"/>
                    <a:pt x="344663" y="73104"/>
                    <a:pt x="511277" y="78658"/>
                  </a:cubicBezTo>
                  <a:cubicBezTo>
                    <a:pt x="616155" y="72103"/>
                    <a:pt x="720866" y="61832"/>
                    <a:pt x="825910" y="58993"/>
                  </a:cubicBezTo>
                  <a:cubicBezTo>
                    <a:pt x="837179" y="58688"/>
                    <a:pt x="900213" y="75111"/>
                    <a:pt x="914400" y="78658"/>
                  </a:cubicBezTo>
                  <a:cubicBezTo>
                    <a:pt x="924232" y="75380"/>
                    <a:pt x="933700" y="70679"/>
                    <a:pt x="943897" y="68825"/>
                  </a:cubicBezTo>
                  <a:cubicBezTo>
                    <a:pt x="969894" y="64098"/>
                    <a:pt x="1022555" y="58993"/>
                    <a:pt x="1022555" y="58993"/>
                  </a:cubicBezTo>
                  <a:lnTo>
                    <a:pt x="943897" y="589935"/>
                  </a:lnTo>
                  <a:lnTo>
                    <a:pt x="1533832" y="609600"/>
                  </a:lnTo>
                  <a:cubicBezTo>
                    <a:pt x="1537110" y="1081548"/>
                    <a:pt x="1540387" y="1553497"/>
                    <a:pt x="1543665" y="2025445"/>
                  </a:cubicBezTo>
                  <a:lnTo>
                    <a:pt x="0" y="2035277"/>
                  </a:lnTo>
                  <a:lnTo>
                    <a:pt x="19665" y="117987"/>
                  </a:lnTo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79FAE72-0F8E-94A9-FD6E-C6CE1F019FF9}"/>
                </a:ext>
              </a:extLst>
            </p:cNvPr>
            <p:cNvSpPr/>
            <p:nvPr/>
          </p:nvSpPr>
          <p:spPr>
            <a:xfrm>
              <a:off x="8610600" y="1473994"/>
              <a:ext cx="588169" cy="581025"/>
            </a:xfrm>
            <a:custGeom>
              <a:avLst/>
              <a:gdLst>
                <a:gd name="csX0" fmla="*/ 66675 w 588169"/>
                <a:gd name="csY0" fmla="*/ 0 h 581025"/>
                <a:gd name="csX1" fmla="*/ 588169 w 588169"/>
                <a:gd name="csY1" fmla="*/ 514350 h 581025"/>
                <a:gd name="csX2" fmla="*/ 0 w 588169"/>
                <a:gd name="csY2" fmla="*/ 581025 h 581025"/>
                <a:gd name="csX3" fmla="*/ 66675 w 588169"/>
                <a:gd name="csY3" fmla="*/ 0 h 581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88169" h="581025">
                  <a:moveTo>
                    <a:pt x="66675" y="0"/>
                  </a:moveTo>
                  <a:lnTo>
                    <a:pt x="588169" y="514350"/>
                  </a:lnTo>
                  <a:lnTo>
                    <a:pt x="0" y="58102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" name="Graphic 45" descr="Paper with solid fill">
              <a:extLst>
                <a:ext uri="{FF2B5EF4-FFF2-40B4-BE49-F238E27FC236}">
                  <a16:creationId xmlns:a16="http://schemas.microsoft.com/office/drawing/2014/main" id="{D4A50ECD-EF4B-F0CF-7594-98D3FF104313}"/>
                </a:ext>
              </a:extLst>
            </p:cNvPr>
            <p:cNvSpPr/>
            <p:nvPr/>
          </p:nvSpPr>
          <p:spPr>
            <a:xfrm>
              <a:off x="7639356" y="1399046"/>
              <a:ext cx="1671791" cy="2157150"/>
            </a:xfrm>
            <a:custGeom>
              <a:avLst/>
              <a:gdLst>
                <a:gd name="csX0" fmla="*/ 57150 w 590550"/>
                <a:gd name="csY0" fmla="*/ 704850 h 762000"/>
                <a:gd name="csX1" fmla="*/ 57150 w 590550"/>
                <a:gd name="csY1" fmla="*/ 57150 h 762000"/>
                <a:gd name="csX2" fmla="*/ 323850 w 590550"/>
                <a:gd name="csY2" fmla="*/ 57150 h 762000"/>
                <a:gd name="csX3" fmla="*/ 323850 w 590550"/>
                <a:gd name="csY3" fmla="*/ 257175 h 762000"/>
                <a:gd name="csX4" fmla="*/ 533400 w 590550"/>
                <a:gd name="csY4" fmla="*/ 257175 h 762000"/>
                <a:gd name="csX5" fmla="*/ 533400 w 590550"/>
                <a:gd name="csY5" fmla="*/ 704850 h 762000"/>
                <a:gd name="csX6" fmla="*/ 57150 w 590550"/>
                <a:gd name="csY6" fmla="*/ 704850 h 762000"/>
                <a:gd name="csX7" fmla="*/ 381000 w 590550"/>
                <a:gd name="csY7" fmla="*/ 80963 h 762000"/>
                <a:gd name="csX8" fmla="*/ 500063 w 590550"/>
                <a:gd name="csY8" fmla="*/ 200025 h 762000"/>
                <a:gd name="csX9" fmla="*/ 381000 w 590550"/>
                <a:gd name="csY9" fmla="*/ 200025 h 762000"/>
                <a:gd name="csX10" fmla="*/ 381000 w 590550"/>
                <a:gd name="csY10" fmla="*/ 80963 h 762000"/>
                <a:gd name="csX11" fmla="*/ 381000 w 590550"/>
                <a:gd name="csY11" fmla="*/ 0 h 762000"/>
                <a:gd name="csX12" fmla="*/ 0 w 590550"/>
                <a:gd name="csY12" fmla="*/ 0 h 762000"/>
                <a:gd name="csX13" fmla="*/ 0 w 590550"/>
                <a:gd name="csY13" fmla="*/ 762000 h 762000"/>
                <a:gd name="csX14" fmla="*/ 590550 w 590550"/>
                <a:gd name="csY14" fmla="*/ 762000 h 762000"/>
                <a:gd name="csX15" fmla="*/ 590550 w 590550"/>
                <a:gd name="csY15" fmla="*/ 209550 h 762000"/>
                <a:gd name="csX16" fmla="*/ 381000 w 590550"/>
                <a:gd name="csY16" fmla="*/ 0 h 76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90550" h="762000">
                  <a:moveTo>
                    <a:pt x="57150" y="704850"/>
                  </a:moveTo>
                  <a:lnTo>
                    <a:pt x="57150" y="57150"/>
                  </a:lnTo>
                  <a:lnTo>
                    <a:pt x="323850" y="57150"/>
                  </a:lnTo>
                  <a:lnTo>
                    <a:pt x="323850" y="257175"/>
                  </a:lnTo>
                  <a:lnTo>
                    <a:pt x="533400" y="257175"/>
                  </a:lnTo>
                  <a:lnTo>
                    <a:pt x="533400" y="704850"/>
                  </a:lnTo>
                  <a:lnTo>
                    <a:pt x="57150" y="704850"/>
                  </a:lnTo>
                  <a:close/>
                  <a:moveTo>
                    <a:pt x="381000" y="80963"/>
                  </a:moveTo>
                  <a:lnTo>
                    <a:pt x="500063" y="200025"/>
                  </a:lnTo>
                  <a:lnTo>
                    <a:pt x="381000" y="200025"/>
                  </a:lnTo>
                  <a:lnTo>
                    <a:pt x="381000" y="80963"/>
                  </a:lnTo>
                  <a:close/>
                  <a:moveTo>
                    <a:pt x="3810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590550" y="762000"/>
                  </a:lnTo>
                  <a:lnTo>
                    <a:pt x="590550" y="2095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fr-CA" dirty="0"/>
            </a:p>
          </p:txBody>
        </p:sp>
      </p:grpSp>
    </p:spTree>
    <p:extLst>
      <p:ext uri="{BB962C8B-B14F-4D97-AF65-F5344CB8AC3E}">
        <p14:creationId xmlns:p14="http://schemas.microsoft.com/office/powerpoint/2010/main" val="270792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637D7-570E-6478-5E9B-EB16010C9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Undo</a:t>
            </a:r>
            <a:endParaRPr lang="fr-CA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C206E0B-EFFA-B4C1-A213-774B6B7B4148}"/>
              </a:ext>
            </a:extLst>
          </p:cNvPr>
          <p:cNvSpPr>
            <a:spLocks noChangeAspect="1"/>
          </p:cNvSpPr>
          <p:nvPr/>
        </p:nvSpPr>
        <p:spPr>
          <a:xfrm>
            <a:off x="615257" y="646403"/>
            <a:ext cx="3765787" cy="3726304"/>
          </a:xfrm>
          <a:custGeom>
            <a:avLst/>
            <a:gdLst>
              <a:gd name="csX0" fmla="*/ 937534 w 2291473"/>
              <a:gd name="csY0" fmla="*/ 710855 h 2267451"/>
              <a:gd name="csX1" fmla="*/ 1057022 w 2291473"/>
              <a:gd name="csY1" fmla="*/ 912362 h 2267451"/>
              <a:gd name="csX2" fmla="*/ 733807 w 2291473"/>
              <a:gd name="csY2" fmla="*/ 915483 h 2267451"/>
              <a:gd name="csX3" fmla="*/ 754552 w 2291473"/>
              <a:gd name="csY3" fmla="*/ 877262 h 2267451"/>
              <a:gd name="csX4" fmla="*/ 901283 w 2291473"/>
              <a:gd name="csY4" fmla="*/ 730531 h 2267451"/>
              <a:gd name="csX5" fmla="*/ 516015 w 2291473"/>
              <a:gd name="csY5" fmla="*/ 0 h 2267451"/>
              <a:gd name="csX6" fmla="*/ 659703 w 2291473"/>
              <a:gd name="csY6" fmla="*/ 242317 h 2267451"/>
              <a:gd name="csX7" fmla="*/ 687134 w 2291473"/>
              <a:gd name="csY7" fmla="*/ 225651 h 2267451"/>
              <a:gd name="csX8" fmla="*/ 1205008 w 2291473"/>
              <a:gd name="csY8" fmla="*/ 94521 h 2267451"/>
              <a:gd name="csX9" fmla="*/ 2291473 w 2291473"/>
              <a:gd name="csY9" fmla="*/ 1180986 h 2267451"/>
              <a:gd name="csX10" fmla="*/ 1205008 w 2291473"/>
              <a:gd name="csY10" fmla="*/ 2267451 h 2267451"/>
              <a:gd name="csX11" fmla="*/ 782107 w 2291473"/>
              <a:gd name="csY11" fmla="*/ 2182071 h 2267451"/>
              <a:gd name="csX12" fmla="*/ 702132 w 2291473"/>
              <a:gd name="csY12" fmla="*/ 2143546 h 2267451"/>
              <a:gd name="csX13" fmla="*/ 1114756 w 2291473"/>
              <a:gd name="csY13" fmla="*/ 1715120 h 2267451"/>
              <a:gd name="csX14" fmla="*/ 1205007 w 2291473"/>
              <a:gd name="csY14" fmla="*/ 1724218 h 2267451"/>
              <a:gd name="csX15" fmla="*/ 1748239 w 2291473"/>
              <a:gd name="csY15" fmla="*/ 1180986 h 2267451"/>
              <a:gd name="csX16" fmla="*/ 1205007 w 2291473"/>
              <a:gd name="csY16" fmla="*/ 637754 h 2267451"/>
              <a:gd name="csX17" fmla="*/ 993556 w 2291473"/>
              <a:gd name="csY17" fmla="*/ 680444 h 2267451"/>
              <a:gd name="csX18" fmla="*/ 937533 w 2291473"/>
              <a:gd name="csY18" fmla="*/ 710853 h 2267451"/>
              <a:gd name="csX19" fmla="*/ 937534 w 2291473"/>
              <a:gd name="csY19" fmla="*/ 710854 h 2267451"/>
              <a:gd name="csX20" fmla="*/ 901283 w 2291473"/>
              <a:gd name="csY20" fmla="*/ 730530 h 2267451"/>
              <a:gd name="csX21" fmla="*/ 754552 w 2291473"/>
              <a:gd name="csY21" fmla="*/ 877261 h 2267451"/>
              <a:gd name="csX22" fmla="*/ 733807 w 2291473"/>
              <a:gd name="csY22" fmla="*/ 915482 h 2267451"/>
              <a:gd name="csX23" fmla="*/ 151141 w 2291473"/>
              <a:gd name="csY23" fmla="*/ 921107 h 2267451"/>
              <a:gd name="csX24" fmla="*/ 161654 w 2291473"/>
              <a:gd name="csY24" fmla="*/ 880216 h 2267451"/>
              <a:gd name="csX25" fmla="*/ 151141 w 2291473"/>
              <a:gd name="csY25" fmla="*/ 921106 h 2267451"/>
              <a:gd name="csX26" fmla="*/ 151141 w 2291473"/>
              <a:gd name="csY26" fmla="*/ 921107 h 2267451"/>
              <a:gd name="csX27" fmla="*/ 151140 w 2291473"/>
              <a:gd name="csY27" fmla="*/ 921108 h 2267451"/>
              <a:gd name="csX28" fmla="*/ 0 w 2291473"/>
              <a:gd name="csY28" fmla="*/ 922567 h 22674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2291473" h="2267451">
                <a:moveTo>
                  <a:pt x="937534" y="710855"/>
                </a:moveTo>
                <a:lnTo>
                  <a:pt x="1057022" y="912362"/>
                </a:lnTo>
                <a:lnTo>
                  <a:pt x="733807" y="915483"/>
                </a:lnTo>
                <a:lnTo>
                  <a:pt x="754552" y="877262"/>
                </a:lnTo>
                <a:cubicBezTo>
                  <a:pt x="793602" y="819462"/>
                  <a:pt x="843483" y="769581"/>
                  <a:pt x="901283" y="730531"/>
                </a:cubicBezTo>
                <a:close/>
                <a:moveTo>
                  <a:pt x="516015" y="0"/>
                </a:moveTo>
                <a:lnTo>
                  <a:pt x="659703" y="242317"/>
                </a:lnTo>
                <a:lnTo>
                  <a:pt x="687134" y="225651"/>
                </a:lnTo>
                <a:cubicBezTo>
                  <a:pt x="841079" y="142024"/>
                  <a:pt x="1017496" y="94521"/>
                  <a:pt x="1205008" y="94521"/>
                </a:cubicBezTo>
                <a:cubicBezTo>
                  <a:pt x="1805046" y="94521"/>
                  <a:pt x="2291473" y="580948"/>
                  <a:pt x="2291473" y="1180986"/>
                </a:cubicBezTo>
                <a:cubicBezTo>
                  <a:pt x="2291473" y="1781024"/>
                  <a:pt x="1805046" y="2267451"/>
                  <a:pt x="1205008" y="2267451"/>
                </a:cubicBezTo>
                <a:cubicBezTo>
                  <a:pt x="1054999" y="2267451"/>
                  <a:pt x="912090" y="2237050"/>
                  <a:pt x="782107" y="2182071"/>
                </a:cubicBezTo>
                <a:lnTo>
                  <a:pt x="702132" y="2143546"/>
                </a:lnTo>
                <a:lnTo>
                  <a:pt x="1114756" y="1715120"/>
                </a:lnTo>
                <a:lnTo>
                  <a:pt x="1205007" y="1724218"/>
                </a:lnTo>
                <a:cubicBezTo>
                  <a:pt x="1505026" y="1724218"/>
                  <a:pt x="1748239" y="1481005"/>
                  <a:pt x="1748239" y="1180986"/>
                </a:cubicBezTo>
                <a:cubicBezTo>
                  <a:pt x="1748239" y="880967"/>
                  <a:pt x="1505026" y="637754"/>
                  <a:pt x="1205007" y="637754"/>
                </a:cubicBezTo>
                <a:cubicBezTo>
                  <a:pt x="1130002" y="637754"/>
                  <a:pt x="1058548" y="652955"/>
                  <a:pt x="993556" y="680444"/>
                </a:cubicBezTo>
                <a:lnTo>
                  <a:pt x="937533" y="710853"/>
                </a:lnTo>
                <a:lnTo>
                  <a:pt x="937534" y="710854"/>
                </a:lnTo>
                <a:lnTo>
                  <a:pt x="901283" y="730530"/>
                </a:lnTo>
                <a:cubicBezTo>
                  <a:pt x="843483" y="769580"/>
                  <a:pt x="793602" y="819461"/>
                  <a:pt x="754552" y="877261"/>
                </a:cubicBezTo>
                <a:lnTo>
                  <a:pt x="733807" y="915482"/>
                </a:lnTo>
                <a:lnTo>
                  <a:pt x="151141" y="921107"/>
                </a:lnTo>
                <a:lnTo>
                  <a:pt x="161654" y="880216"/>
                </a:lnTo>
                <a:lnTo>
                  <a:pt x="151141" y="921106"/>
                </a:lnTo>
                <a:lnTo>
                  <a:pt x="151141" y="921107"/>
                </a:lnTo>
                <a:lnTo>
                  <a:pt x="151140" y="921108"/>
                </a:lnTo>
                <a:lnTo>
                  <a:pt x="0" y="9225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C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539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AD548-458C-FBE8-54A6-B47606A51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Commit</a:t>
            </a:r>
            <a:endParaRPr lang="fr-CA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F1B7135-B67B-B402-51DD-A1667CA899B0}"/>
              </a:ext>
            </a:extLst>
          </p:cNvPr>
          <p:cNvGrpSpPr/>
          <p:nvPr/>
        </p:nvGrpSpPr>
        <p:grpSpPr>
          <a:xfrm>
            <a:off x="1634333" y="941823"/>
            <a:ext cx="2046713" cy="3132182"/>
            <a:chOff x="3060759" y="2067817"/>
            <a:chExt cx="485497" cy="742979"/>
          </a:xfrm>
        </p:grpSpPr>
        <p:sp>
          <p:nvSpPr>
            <p:cNvPr id="4" name="Frame 3">
              <a:extLst>
                <a:ext uri="{FF2B5EF4-FFF2-40B4-BE49-F238E27FC236}">
                  <a16:creationId xmlns:a16="http://schemas.microsoft.com/office/drawing/2014/main" id="{B247349E-7352-77FB-BDAC-92508C0D72E2}"/>
                </a:ext>
              </a:extLst>
            </p:cNvPr>
            <p:cNvSpPr/>
            <p:nvPr/>
          </p:nvSpPr>
          <p:spPr>
            <a:xfrm>
              <a:off x="3060759" y="2455196"/>
              <a:ext cx="355600" cy="355600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>
                <a:solidFill>
                  <a:schemeClr val="tx1"/>
                </a:solidFill>
              </a:endParaRPr>
            </a:p>
          </p:txBody>
        </p:sp>
        <p:sp>
          <p:nvSpPr>
            <p:cNvPr id="5" name="Graphic 18" descr="Checkmark with solid fill">
              <a:extLst>
                <a:ext uri="{FF2B5EF4-FFF2-40B4-BE49-F238E27FC236}">
                  <a16:creationId xmlns:a16="http://schemas.microsoft.com/office/drawing/2014/main" id="{FF739CC2-DA3C-B867-5F8C-3CE1F06D8B47}"/>
                </a:ext>
              </a:extLst>
            </p:cNvPr>
            <p:cNvSpPr/>
            <p:nvPr/>
          </p:nvSpPr>
          <p:spPr>
            <a:xfrm>
              <a:off x="3086049" y="2067817"/>
              <a:ext cx="460207" cy="685741"/>
            </a:xfrm>
            <a:custGeom>
              <a:avLst/>
              <a:gdLst>
                <a:gd name="csX0" fmla="*/ 802958 w 880109"/>
                <a:gd name="csY0" fmla="*/ 0 h 618172"/>
                <a:gd name="csX1" fmla="*/ 315278 w 880109"/>
                <a:gd name="csY1" fmla="*/ 461010 h 618172"/>
                <a:gd name="csX2" fmla="*/ 80963 w 880109"/>
                <a:gd name="csY2" fmla="*/ 220980 h 618172"/>
                <a:gd name="csX3" fmla="*/ 0 w 880109"/>
                <a:gd name="csY3" fmla="*/ 298132 h 618172"/>
                <a:gd name="csX4" fmla="*/ 311468 w 880109"/>
                <a:gd name="csY4" fmla="*/ 618173 h 618172"/>
                <a:gd name="csX5" fmla="*/ 393383 w 880109"/>
                <a:gd name="csY5" fmla="*/ 541973 h 618172"/>
                <a:gd name="csX6" fmla="*/ 880110 w 880109"/>
                <a:gd name="csY6" fmla="*/ 80010 h 618172"/>
                <a:gd name="csX0" fmla="*/ 721995 w 799147"/>
                <a:gd name="csY0" fmla="*/ 0 h 618173"/>
                <a:gd name="csX1" fmla="*/ 234315 w 799147"/>
                <a:gd name="csY1" fmla="*/ 461010 h 618173"/>
                <a:gd name="csX2" fmla="*/ 0 w 799147"/>
                <a:gd name="csY2" fmla="*/ 220980 h 618173"/>
                <a:gd name="csX3" fmla="*/ 230505 w 799147"/>
                <a:gd name="csY3" fmla="*/ 618173 h 618173"/>
                <a:gd name="csX4" fmla="*/ 312420 w 799147"/>
                <a:gd name="csY4" fmla="*/ 541973 h 618173"/>
                <a:gd name="csX5" fmla="*/ 799147 w 799147"/>
                <a:gd name="csY5" fmla="*/ 80010 h 618173"/>
                <a:gd name="csX6" fmla="*/ 721995 w 799147"/>
                <a:gd name="csY6" fmla="*/ 0 h 618173"/>
                <a:gd name="csX0" fmla="*/ 476726 w 799147"/>
                <a:gd name="csY0" fmla="*/ 0 h 830104"/>
                <a:gd name="csX1" fmla="*/ 234315 w 799147"/>
                <a:gd name="csY1" fmla="*/ 672941 h 830104"/>
                <a:gd name="csX2" fmla="*/ 0 w 799147"/>
                <a:gd name="csY2" fmla="*/ 432911 h 830104"/>
                <a:gd name="csX3" fmla="*/ 230505 w 799147"/>
                <a:gd name="csY3" fmla="*/ 830104 h 830104"/>
                <a:gd name="csX4" fmla="*/ 312420 w 799147"/>
                <a:gd name="csY4" fmla="*/ 753904 h 830104"/>
                <a:gd name="csX5" fmla="*/ 799147 w 799147"/>
                <a:gd name="csY5" fmla="*/ 291941 h 830104"/>
                <a:gd name="csX6" fmla="*/ 476726 w 799147"/>
                <a:gd name="csY6" fmla="*/ 0 h 830104"/>
                <a:gd name="csX0" fmla="*/ 476726 w 575309"/>
                <a:gd name="csY0" fmla="*/ 27147 h 857251"/>
                <a:gd name="csX1" fmla="*/ 234315 w 575309"/>
                <a:gd name="csY1" fmla="*/ 700088 h 857251"/>
                <a:gd name="csX2" fmla="*/ 0 w 575309"/>
                <a:gd name="csY2" fmla="*/ 460058 h 857251"/>
                <a:gd name="csX3" fmla="*/ 230505 w 575309"/>
                <a:gd name="csY3" fmla="*/ 857251 h 857251"/>
                <a:gd name="csX4" fmla="*/ 312420 w 575309"/>
                <a:gd name="csY4" fmla="*/ 781051 h 857251"/>
                <a:gd name="csX5" fmla="*/ 575309 w 575309"/>
                <a:gd name="csY5" fmla="*/ 0 h 857251"/>
                <a:gd name="csX6" fmla="*/ 476726 w 575309"/>
                <a:gd name="csY6" fmla="*/ 27147 h 8572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75309" h="857251">
                  <a:moveTo>
                    <a:pt x="476726" y="27147"/>
                  </a:moveTo>
                  <a:lnTo>
                    <a:pt x="234315" y="700088"/>
                  </a:lnTo>
                  <a:lnTo>
                    <a:pt x="0" y="460058"/>
                  </a:lnTo>
                  <a:lnTo>
                    <a:pt x="230505" y="857251"/>
                  </a:lnTo>
                  <a:lnTo>
                    <a:pt x="312420" y="781051"/>
                  </a:lnTo>
                  <a:lnTo>
                    <a:pt x="575309" y="0"/>
                  </a:lnTo>
                  <a:lnTo>
                    <a:pt x="476726" y="27147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fr-CA" dirty="0"/>
            </a:p>
          </p:txBody>
        </p:sp>
      </p:grpSp>
    </p:spTree>
    <p:extLst>
      <p:ext uri="{BB962C8B-B14F-4D97-AF65-F5344CB8AC3E}">
        <p14:creationId xmlns:p14="http://schemas.microsoft.com/office/powerpoint/2010/main" val="3922489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23DC-00F5-16DC-B3F0-FCECDE556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</a:t>
            </a:r>
            <a:endParaRPr lang="fr-CA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EDB2718-2F17-0711-BAC1-7159D93057E9}"/>
              </a:ext>
            </a:extLst>
          </p:cNvPr>
          <p:cNvGrpSpPr>
            <a:grpSpLocks noChangeAspect="1"/>
          </p:cNvGrpSpPr>
          <p:nvPr/>
        </p:nvGrpSpPr>
        <p:grpSpPr>
          <a:xfrm>
            <a:off x="680660" y="855785"/>
            <a:ext cx="3819109" cy="3277774"/>
            <a:chOff x="3600000" y="2709000"/>
            <a:chExt cx="2520000" cy="216280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AF57C0B-D0E8-DD58-D7D7-BBEEEB9F995F}"/>
                </a:ext>
              </a:extLst>
            </p:cNvPr>
            <p:cNvSpPr/>
            <p:nvPr/>
          </p:nvSpPr>
          <p:spPr>
            <a:xfrm>
              <a:off x="3600000" y="4149000"/>
              <a:ext cx="360000" cy="720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802BAE2-BBA0-AFDC-E80F-68765371497C}"/>
                </a:ext>
              </a:extLst>
            </p:cNvPr>
            <p:cNvSpPr/>
            <p:nvPr/>
          </p:nvSpPr>
          <p:spPr>
            <a:xfrm>
              <a:off x="4140000" y="3789000"/>
              <a:ext cx="360000" cy="10800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86893D4-4AD3-6027-E546-518DA6375694}"/>
                </a:ext>
              </a:extLst>
            </p:cNvPr>
            <p:cNvSpPr/>
            <p:nvPr/>
          </p:nvSpPr>
          <p:spPr>
            <a:xfrm>
              <a:off x="4680000" y="3429000"/>
              <a:ext cx="360000" cy="14400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24F1B99-C366-0A6C-7E05-1BBD5DCCAFC9}"/>
                </a:ext>
              </a:extLst>
            </p:cNvPr>
            <p:cNvSpPr/>
            <p:nvPr/>
          </p:nvSpPr>
          <p:spPr>
            <a:xfrm>
              <a:off x="5220000" y="3071806"/>
              <a:ext cx="360000" cy="18000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50FEDB-7B80-A9AA-D1C2-0901AAEB5544}"/>
                </a:ext>
              </a:extLst>
            </p:cNvPr>
            <p:cNvSpPr/>
            <p:nvPr/>
          </p:nvSpPr>
          <p:spPr>
            <a:xfrm>
              <a:off x="5760000" y="2709000"/>
              <a:ext cx="360000" cy="216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1853465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24A9A-E13F-B4DB-82A2-F10FE372C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Slider</a:t>
            </a:r>
            <a:endParaRPr lang="fr-CA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AA7067-8B41-6E16-F005-7466882D751A}"/>
              </a:ext>
            </a:extLst>
          </p:cNvPr>
          <p:cNvGrpSpPr>
            <a:grpSpLocks noChangeAspect="1"/>
          </p:cNvGrpSpPr>
          <p:nvPr/>
        </p:nvGrpSpPr>
        <p:grpSpPr>
          <a:xfrm>
            <a:off x="279030" y="1172308"/>
            <a:ext cx="3848153" cy="3083621"/>
            <a:chOff x="3422976" y="2520000"/>
            <a:chExt cx="1797024" cy="1440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855CAE0-C0E5-6CA2-FB6E-3CA5BA57A7D6}"/>
                </a:ext>
              </a:extLst>
            </p:cNvPr>
            <p:cNvSpPr/>
            <p:nvPr/>
          </p:nvSpPr>
          <p:spPr>
            <a:xfrm>
              <a:off x="3780000" y="3600000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3FD3088-3AF8-9043-BAEA-14AA83E9CDDF}"/>
                </a:ext>
              </a:extLst>
            </p:cNvPr>
            <p:cNvSpPr/>
            <p:nvPr/>
          </p:nvSpPr>
          <p:spPr>
            <a:xfrm>
              <a:off x="4140000" y="3600000"/>
              <a:ext cx="360000" cy="360000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9D572CA-893E-40A9-B02A-114EAC692754}"/>
                </a:ext>
              </a:extLst>
            </p:cNvPr>
            <p:cNvSpPr/>
            <p:nvPr/>
          </p:nvSpPr>
          <p:spPr>
            <a:xfrm>
              <a:off x="4140000" y="3240000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DBE8AFA-8F3F-6F20-BE58-13BA2BD7CC86}"/>
                </a:ext>
              </a:extLst>
            </p:cNvPr>
            <p:cNvSpPr/>
            <p:nvPr/>
          </p:nvSpPr>
          <p:spPr>
            <a:xfrm>
              <a:off x="4500000" y="3600000"/>
              <a:ext cx="360000" cy="360000"/>
            </a:xfrm>
            <a:prstGeom prst="ellipse">
              <a:avLst/>
            </a:prstGeom>
            <a:solidFill>
              <a:srgbClr val="BBB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9D3E3F1-7539-5F3C-A069-E5F5F5684FAA}"/>
                </a:ext>
              </a:extLst>
            </p:cNvPr>
            <p:cNvSpPr/>
            <p:nvPr/>
          </p:nvSpPr>
          <p:spPr>
            <a:xfrm>
              <a:off x="4500000" y="3240000"/>
              <a:ext cx="360000" cy="360000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1433CE8-12ED-C48A-0E44-212A24F864E0}"/>
                </a:ext>
              </a:extLst>
            </p:cNvPr>
            <p:cNvSpPr/>
            <p:nvPr/>
          </p:nvSpPr>
          <p:spPr>
            <a:xfrm>
              <a:off x="4860000" y="3600000"/>
              <a:ext cx="360000" cy="3600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0A12A97-A377-6EDC-2358-33A39DF824A6}"/>
                </a:ext>
              </a:extLst>
            </p:cNvPr>
            <p:cNvSpPr/>
            <p:nvPr/>
          </p:nvSpPr>
          <p:spPr>
            <a:xfrm>
              <a:off x="4860000" y="3240000"/>
              <a:ext cx="360000" cy="360000"/>
            </a:xfrm>
            <a:prstGeom prst="ellipse">
              <a:avLst/>
            </a:prstGeom>
            <a:solidFill>
              <a:srgbClr val="BBB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4FF3ACC-938D-53D7-AABC-80329F4695C5}"/>
                </a:ext>
              </a:extLst>
            </p:cNvPr>
            <p:cNvSpPr/>
            <p:nvPr/>
          </p:nvSpPr>
          <p:spPr>
            <a:xfrm>
              <a:off x="4500000" y="2880000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E422568-AA8E-0CAC-7258-6889583DD9D7}"/>
                </a:ext>
              </a:extLst>
            </p:cNvPr>
            <p:cNvSpPr/>
            <p:nvPr/>
          </p:nvSpPr>
          <p:spPr>
            <a:xfrm>
              <a:off x="4860000" y="2880000"/>
              <a:ext cx="360000" cy="360000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86359-3F90-13EA-575D-7E9B1F367ACB}"/>
                </a:ext>
              </a:extLst>
            </p:cNvPr>
            <p:cNvSpPr/>
            <p:nvPr/>
          </p:nvSpPr>
          <p:spPr>
            <a:xfrm>
              <a:off x="4860000" y="2520000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545AE4F2-5378-B6DB-1D6F-D8907544122B}"/>
                </a:ext>
              </a:extLst>
            </p:cNvPr>
            <p:cNvSpPr/>
            <p:nvPr/>
          </p:nvSpPr>
          <p:spPr>
            <a:xfrm rot="18900000">
              <a:off x="3422976" y="2637684"/>
              <a:ext cx="1482838" cy="484632"/>
            </a:xfrm>
            <a:prstGeom prst="rightArrow">
              <a:avLst/>
            </a:prstGeom>
            <a:gradFill>
              <a:gsLst>
                <a:gs pos="100000">
                  <a:srgbClr val="CCCCCC"/>
                </a:gs>
                <a:gs pos="0">
                  <a:srgbClr val="666666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3118447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30568A-4537-EF57-454A-3E4217AAC6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Lock Color Properties</a:t>
            </a:r>
            <a:endParaRPr lang="fr-CA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AFD95F-00D6-6E82-DEEE-AB7FBE6D7103}"/>
              </a:ext>
            </a:extLst>
          </p:cNvPr>
          <p:cNvGrpSpPr/>
          <p:nvPr/>
        </p:nvGrpSpPr>
        <p:grpSpPr>
          <a:xfrm>
            <a:off x="920773" y="973015"/>
            <a:ext cx="3578996" cy="2612941"/>
            <a:chOff x="4382930" y="1044131"/>
            <a:chExt cx="5745670" cy="419477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122B7DE-2172-D9C7-97E4-FCAF8D561AE5}"/>
                </a:ext>
              </a:extLst>
            </p:cNvPr>
            <p:cNvSpPr/>
            <p:nvPr/>
          </p:nvSpPr>
          <p:spPr>
            <a:xfrm>
              <a:off x="5372454" y="3449130"/>
              <a:ext cx="1238865" cy="1447335"/>
            </a:xfrm>
            <a:prstGeom prst="ellipse">
              <a:avLst/>
            </a:prstGeom>
            <a:solidFill>
              <a:srgbClr val="3333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" name="Graphic 14" descr="Lock with solid fill">
              <a:extLst>
                <a:ext uri="{FF2B5EF4-FFF2-40B4-BE49-F238E27FC236}">
                  <a16:creationId xmlns:a16="http://schemas.microsoft.com/office/drawing/2014/main" id="{F7A91FA1-976E-27FE-9F1E-2CE3949671A2}"/>
                </a:ext>
              </a:extLst>
            </p:cNvPr>
            <p:cNvSpPr/>
            <p:nvPr/>
          </p:nvSpPr>
          <p:spPr>
            <a:xfrm>
              <a:off x="4382930" y="1044131"/>
              <a:ext cx="3217913" cy="4194779"/>
            </a:xfrm>
            <a:custGeom>
              <a:avLst/>
              <a:gdLst>
                <a:gd name="csX0" fmla="*/ 285750 w 533400"/>
                <a:gd name="csY0" fmla="*/ 549593 h 695325"/>
                <a:gd name="csX1" fmla="*/ 285750 w 533400"/>
                <a:gd name="csY1" fmla="*/ 600075 h 695325"/>
                <a:gd name="csX2" fmla="*/ 247650 w 533400"/>
                <a:gd name="csY2" fmla="*/ 600075 h 695325"/>
                <a:gd name="csX3" fmla="*/ 247650 w 533400"/>
                <a:gd name="csY3" fmla="*/ 549593 h 695325"/>
                <a:gd name="csX4" fmla="*/ 209550 w 533400"/>
                <a:gd name="csY4" fmla="*/ 495300 h 695325"/>
                <a:gd name="csX5" fmla="*/ 266700 w 533400"/>
                <a:gd name="csY5" fmla="*/ 438150 h 695325"/>
                <a:gd name="csX6" fmla="*/ 323850 w 533400"/>
                <a:gd name="csY6" fmla="*/ 495300 h 695325"/>
                <a:gd name="csX7" fmla="*/ 285750 w 533400"/>
                <a:gd name="csY7" fmla="*/ 549593 h 695325"/>
                <a:gd name="csX8" fmla="*/ 123825 w 533400"/>
                <a:gd name="csY8" fmla="*/ 200025 h 695325"/>
                <a:gd name="csX9" fmla="*/ 266700 w 533400"/>
                <a:gd name="csY9" fmla="*/ 57150 h 695325"/>
                <a:gd name="csX10" fmla="*/ 409575 w 533400"/>
                <a:gd name="csY10" fmla="*/ 200025 h 695325"/>
                <a:gd name="csX11" fmla="*/ 409575 w 533400"/>
                <a:gd name="csY11" fmla="*/ 305753 h 695325"/>
                <a:gd name="csX12" fmla="*/ 266700 w 533400"/>
                <a:gd name="csY12" fmla="*/ 295275 h 695325"/>
                <a:gd name="csX13" fmla="*/ 123825 w 533400"/>
                <a:gd name="csY13" fmla="*/ 305753 h 695325"/>
                <a:gd name="csX14" fmla="*/ 123825 w 533400"/>
                <a:gd name="csY14" fmla="*/ 200025 h 695325"/>
                <a:gd name="csX15" fmla="*/ 466725 w 533400"/>
                <a:gd name="csY15" fmla="*/ 309563 h 695325"/>
                <a:gd name="csX16" fmla="*/ 466725 w 533400"/>
                <a:gd name="csY16" fmla="*/ 200025 h 695325"/>
                <a:gd name="csX17" fmla="*/ 266700 w 533400"/>
                <a:gd name="csY17" fmla="*/ 0 h 695325"/>
                <a:gd name="csX18" fmla="*/ 66675 w 533400"/>
                <a:gd name="csY18" fmla="*/ 200025 h 695325"/>
                <a:gd name="csX19" fmla="*/ 66675 w 533400"/>
                <a:gd name="csY19" fmla="*/ 309563 h 695325"/>
                <a:gd name="csX20" fmla="*/ 0 w 533400"/>
                <a:gd name="csY20" fmla="*/ 314325 h 695325"/>
                <a:gd name="csX21" fmla="*/ 0 w 533400"/>
                <a:gd name="csY21" fmla="*/ 676275 h 695325"/>
                <a:gd name="csX22" fmla="*/ 266700 w 533400"/>
                <a:gd name="csY22" fmla="*/ 695325 h 695325"/>
                <a:gd name="csX23" fmla="*/ 533400 w 533400"/>
                <a:gd name="csY23" fmla="*/ 676275 h 695325"/>
                <a:gd name="csX24" fmla="*/ 533400 w 533400"/>
                <a:gd name="csY24" fmla="*/ 314325 h 695325"/>
                <a:gd name="csX25" fmla="*/ 466725 w 533400"/>
                <a:gd name="csY25" fmla="*/ 309563 h 695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533400" h="695325">
                  <a:moveTo>
                    <a:pt x="285750" y="549593"/>
                  </a:moveTo>
                  <a:lnTo>
                    <a:pt x="285750" y="600075"/>
                  </a:lnTo>
                  <a:lnTo>
                    <a:pt x="247650" y="600075"/>
                  </a:lnTo>
                  <a:lnTo>
                    <a:pt x="247650" y="549593"/>
                  </a:lnTo>
                  <a:cubicBezTo>
                    <a:pt x="225743" y="541973"/>
                    <a:pt x="209550" y="521017"/>
                    <a:pt x="209550" y="495300"/>
                  </a:cubicBezTo>
                  <a:cubicBezTo>
                    <a:pt x="209550" y="463868"/>
                    <a:pt x="235268" y="438150"/>
                    <a:pt x="266700" y="438150"/>
                  </a:cubicBezTo>
                  <a:cubicBezTo>
                    <a:pt x="298133" y="438150"/>
                    <a:pt x="323850" y="463868"/>
                    <a:pt x="323850" y="495300"/>
                  </a:cubicBezTo>
                  <a:cubicBezTo>
                    <a:pt x="323850" y="520065"/>
                    <a:pt x="307658" y="541020"/>
                    <a:pt x="285750" y="549593"/>
                  </a:cubicBezTo>
                  <a:close/>
                  <a:moveTo>
                    <a:pt x="123825" y="200025"/>
                  </a:moveTo>
                  <a:cubicBezTo>
                    <a:pt x="123825" y="120968"/>
                    <a:pt x="187643" y="57150"/>
                    <a:pt x="266700" y="57150"/>
                  </a:cubicBezTo>
                  <a:cubicBezTo>
                    <a:pt x="345758" y="57150"/>
                    <a:pt x="409575" y="120968"/>
                    <a:pt x="409575" y="200025"/>
                  </a:cubicBezTo>
                  <a:lnTo>
                    <a:pt x="409575" y="305753"/>
                  </a:lnTo>
                  <a:lnTo>
                    <a:pt x="266700" y="295275"/>
                  </a:lnTo>
                  <a:lnTo>
                    <a:pt x="123825" y="305753"/>
                  </a:lnTo>
                  <a:lnTo>
                    <a:pt x="123825" y="200025"/>
                  </a:lnTo>
                  <a:close/>
                  <a:moveTo>
                    <a:pt x="466725" y="309563"/>
                  </a:moveTo>
                  <a:lnTo>
                    <a:pt x="466725" y="200025"/>
                  </a:lnTo>
                  <a:cubicBezTo>
                    <a:pt x="466725" y="89535"/>
                    <a:pt x="377190" y="0"/>
                    <a:pt x="266700" y="0"/>
                  </a:cubicBezTo>
                  <a:cubicBezTo>
                    <a:pt x="156210" y="0"/>
                    <a:pt x="66675" y="89535"/>
                    <a:pt x="66675" y="200025"/>
                  </a:cubicBezTo>
                  <a:lnTo>
                    <a:pt x="66675" y="309563"/>
                  </a:lnTo>
                  <a:lnTo>
                    <a:pt x="0" y="314325"/>
                  </a:lnTo>
                  <a:lnTo>
                    <a:pt x="0" y="676275"/>
                  </a:lnTo>
                  <a:lnTo>
                    <a:pt x="266700" y="695325"/>
                  </a:lnTo>
                  <a:lnTo>
                    <a:pt x="533400" y="676275"/>
                  </a:lnTo>
                  <a:lnTo>
                    <a:pt x="533400" y="314325"/>
                  </a:lnTo>
                  <a:lnTo>
                    <a:pt x="466725" y="309563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CE9E282-B482-6092-7E2C-BD7AE15ACA90}"/>
                </a:ext>
              </a:extLst>
            </p:cNvPr>
            <p:cNvSpPr/>
            <p:nvPr/>
          </p:nvSpPr>
          <p:spPr>
            <a:xfrm>
              <a:off x="4738785" y="2982771"/>
              <a:ext cx="2506202" cy="360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62DB2DA-F8CB-FE85-2FE5-A60B6AD14CA1}"/>
                </a:ext>
              </a:extLst>
            </p:cNvPr>
            <p:cNvSpPr/>
            <p:nvPr/>
          </p:nvSpPr>
          <p:spPr>
            <a:xfrm>
              <a:off x="4738785" y="3292458"/>
              <a:ext cx="2506202" cy="360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D11637A-1683-CD95-8ADB-00C331AB859C}"/>
                </a:ext>
              </a:extLst>
            </p:cNvPr>
            <p:cNvSpPr/>
            <p:nvPr/>
          </p:nvSpPr>
          <p:spPr>
            <a:xfrm>
              <a:off x="4738785" y="4838668"/>
              <a:ext cx="2506202" cy="360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4031EF-81CD-B715-BC3A-3FAD0073C2C6}"/>
                </a:ext>
              </a:extLst>
            </p:cNvPr>
            <p:cNvSpPr/>
            <p:nvPr/>
          </p:nvSpPr>
          <p:spPr>
            <a:xfrm>
              <a:off x="4738785" y="3602146"/>
              <a:ext cx="2506202" cy="360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5CA97F3-8D7D-3A95-3740-36D6EDC68729}"/>
                </a:ext>
              </a:extLst>
            </p:cNvPr>
            <p:cNvSpPr/>
            <p:nvPr/>
          </p:nvSpPr>
          <p:spPr>
            <a:xfrm>
              <a:off x="7968600" y="1794206"/>
              <a:ext cx="900000" cy="9000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1B6A5E9-D59E-6425-9613-128538A0FF1F}"/>
                </a:ext>
              </a:extLst>
            </p:cNvPr>
            <p:cNvSpPr/>
            <p:nvPr/>
          </p:nvSpPr>
          <p:spPr>
            <a:xfrm>
              <a:off x="7968600" y="3057103"/>
              <a:ext cx="900000" cy="9000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47585CA-4B79-975E-94D0-B4E7DCD10C4C}"/>
                </a:ext>
              </a:extLst>
            </p:cNvPr>
            <p:cNvSpPr/>
            <p:nvPr/>
          </p:nvSpPr>
          <p:spPr>
            <a:xfrm>
              <a:off x="7968600" y="4320000"/>
              <a:ext cx="900000" cy="900000"/>
            </a:xfrm>
            <a:prstGeom prst="ellipse">
              <a:avLst/>
            </a:prstGeom>
            <a:solidFill>
              <a:srgbClr val="6666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885C28A-5FEC-0B4C-286C-8E60C7657DD2}"/>
                </a:ext>
              </a:extLst>
            </p:cNvPr>
            <p:cNvSpPr/>
            <p:nvPr/>
          </p:nvSpPr>
          <p:spPr>
            <a:xfrm>
              <a:off x="9228600" y="1796013"/>
              <a:ext cx="900000" cy="900000"/>
            </a:xfrm>
            <a:prstGeom prst="ellipse">
              <a:avLst/>
            </a:prstGeom>
            <a:solidFill>
              <a:srgbClr val="6666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08573C3-8AEB-4423-2941-9A99ACB0041E}"/>
                </a:ext>
              </a:extLst>
            </p:cNvPr>
            <p:cNvSpPr/>
            <p:nvPr/>
          </p:nvSpPr>
          <p:spPr>
            <a:xfrm>
              <a:off x="9228600" y="3060000"/>
              <a:ext cx="900000" cy="9000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D742B0F-D187-3A9D-D800-0A2C693BC54C}"/>
                </a:ext>
              </a:extLst>
            </p:cNvPr>
            <p:cNvSpPr/>
            <p:nvPr/>
          </p:nvSpPr>
          <p:spPr>
            <a:xfrm>
              <a:off x="9228600" y="4320000"/>
              <a:ext cx="900000" cy="9000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148095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ED621-49A0-35CE-E1E0-AD1DCB9D1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Test</a:t>
            </a:r>
            <a:br>
              <a:rPr lang="en-US" dirty="0"/>
            </a:br>
            <a:r>
              <a:rPr lang="en-US" dirty="0"/>
              <a:t>“lorem”</a:t>
            </a:r>
            <a:endParaRPr lang="fr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FD5772-9916-1CC7-EC15-D6B4B2D50251}"/>
              </a:ext>
            </a:extLst>
          </p:cNvPr>
          <p:cNvSpPr txBox="1">
            <a:spLocks noChangeAspect="1"/>
          </p:cNvSpPr>
          <p:nvPr/>
        </p:nvSpPr>
        <p:spPr>
          <a:xfrm>
            <a:off x="1211172" y="633299"/>
            <a:ext cx="2516766" cy="3829566"/>
          </a:xfrm>
          <a:custGeom>
            <a:avLst/>
            <a:gdLst/>
            <a:ahLst/>
            <a:cxnLst/>
            <a:rect l="l" t="t" r="r" b="b"/>
            <a:pathLst>
              <a:path w="237529" h="361429">
                <a:moveTo>
                  <a:pt x="119658" y="80591"/>
                </a:moveTo>
                <a:cubicBezTo>
                  <a:pt x="110086" y="149798"/>
                  <a:pt x="104075" y="200400"/>
                  <a:pt x="101624" y="232395"/>
                </a:cubicBezTo>
                <a:lnTo>
                  <a:pt x="133973" y="232395"/>
                </a:lnTo>
                <a:cubicBezTo>
                  <a:pt x="129217" y="191458"/>
                  <a:pt x="124446" y="140857"/>
                  <a:pt x="119658" y="80591"/>
                </a:cubicBezTo>
                <a:close/>
                <a:moveTo>
                  <a:pt x="47941" y="0"/>
                </a:moveTo>
                <a:lnTo>
                  <a:pt x="183784" y="0"/>
                </a:lnTo>
                <a:lnTo>
                  <a:pt x="237529" y="361429"/>
                </a:lnTo>
                <a:lnTo>
                  <a:pt x="141479" y="361429"/>
                </a:lnTo>
                <a:lnTo>
                  <a:pt x="136439" y="296466"/>
                </a:lnTo>
                <a:lnTo>
                  <a:pt x="102817" y="296466"/>
                </a:lnTo>
                <a:lnTo>
                  <a:pt x="97166" y="361429"/>
                </a:lnTo>
                <a:lnTo>
                  <a:pt x="0" y="361429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CA" dirty="0">
              <a:solidFill>
                <a:srgbClr val="CCCCCC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121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CB416-CB13-8770-A0F2-D097A0E49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Dark/Light mode switcher</a:t>
            </a:r>
            <a:endParaRPr lang="fr-CA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BB1CA56-9C6C-D3EB-5FA8-A8B2E06B2D15}"/>
              </a:ext>
            </a:extLst>
          </p:cNvPr>
          <p:cNvGrpSpPr/>
          <p:nvPr/>
        </p:nvGrpSpPr>
        <p:grpSpPr>
          <a:xfrm>
            <a:off x="882395" y="1069227"/>
            <a:ext cx="3600000" cy="3573111"/>
            <a:chOff x="8491670" y="3710070"/>
            <a:chExt cx="1080000" cy="108000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73337C2-C808-0CE2-8C22-51FD4D40F929}"/>
                </a:ext>
              </a:extLst>
            </p:cNvPr>
            <p:cNvSpPr/>
            <p:nvPr/>
          </p:nvSpPr>
          <p:spPr>
            <a:xfrm>
              <a:off x="9031670" y="3710070"/>
              <a:ext cx="540000" cy="1080000"/>
            </a:xfrm>
            <a:custGeom>
              <a:avLst/>
              <a:gdLst>
                <a:gd name="csX0" fmla="*/ 0 w 540000"/>
                <a:gd name="csY0" fmla="*/ 0 h 1080000"/>
                <a:gd name="csX1" fmla="*/ 540000 w 540000"/>
                <a:gd name="csY1" fmla="*/ 540000 h 1080000"/>
                <a:gd name="csX2" fmla="*/ 0 w 540000"/>
                <a:gd name="csY2" fmla="*/ 1080000 h 108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CA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D4DF0FF-054A-889E-2FBF-866679D7D215}"/>
                </a:ext>
              </a:extLst>
            </p:cNvPr>
            <p:cNvSpPr/>
            <p:nvPr/>
          </p:nvSpPr>
          <p:spPr>
            <a:xfrm>
              <a:off x="8491670" y="3710070"/>
              <a:ext cx="540000" cy="1080000"/>
            </a:xfrm>
            <a:custGeom>
              <a:avLst/>
              <a:gdLst>
                <a:gd name="csX0" fmla="*/ 540000 w 540000"/>
                <a:gd name="csY0" fmla="*/ 0 h 1080000"/>
                <a:gd name="csX1" fmla="*/ 540000 w 540000"/>
                <a:gd name="csY1" fmla="*/ 1080000 h 1080000"/>
                <a:gd name="csX2" fmla="*/ 0 w 540000"/>
                <a:gd name="csY2" fmla="*/ 540000 h 1080000"/>
                <a:gd name="csX3" fmla="*/ 540000 w 540000"/>
                <a:gd name="csY3" fmla="*/ 0 h 108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0000" h="1080000">
                  <a:moveTo>
                    <a:pt x="540000" y="0"/>
                  </a:moveTo>
                  <a:lnTo>
                    <a:pt x="540000" y="1080000"/>
                  </a:lnTo>
                  <a:cubicBezTo>
                    <a:pt x="241766" y="1080000"/>
                    <a:pt x="0" y="838234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3462233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0921-04BD-4E22-3299-ABFE41812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Settings</a:t>
            </a:r>
            <a:endParaRPr lang="fr-CA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CBCD4BB-B9D6-6579-45D6-8D833D01FD1E}"/>
              </a:ext>
            </a:extLst>
          </p:cNvPr>
          <p:cNvGrpSpPr/>
          <p:nvPr/>
        </p:nvGrpSpPr>
        <p:grpSpPr>
          <a:xfrm>
            <a:off x="658339" y="767168"/>
            <a:ext cx="3748718" cy="3734494"/>
            <a:chOff x="4234060" y="4446885"/>
            <a:chExt cx="1094767" cy="109061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C815B25-937A-D120-B0D8-7AA44A37AF71}"/>
                </a:ext>
              </a:extLst>
            </p:cNvPr>
            <p:cNvGrpSpPr/>
            <p:nvPr/>
          </p:nvGrpSpPr>
          <p:grpSpPr>
            <a:xfrm>
              <a:off x="4234060" y="4446885"/>
              <a:ext cx="648652" cy="647700"/>
              <a:chOff x="4234060" y="4446885"/>
              <a:chExt cx="648652" cy="647700"/>
            </a:xfrm>
          </p:grpSpPr>
          <p:sp>
            <p:nvSpPr>
              <p:cNvPr id="9" name="Graphic 4" descr="Single gear with solid fill">
                <a:extLst>
                  <a:ext uri="{FF2B5EF4-FFF2-40B4-BE49-F238E27FC236}">
                    <a16:creationId xmlns:a16="http://schemas.microsoft.com/office/drawing/2014/main" id="{CA45AFB6-75BC-68AA-6A64-33553D44DF82}"/>
                  </a:ext>
                </a:extLst>
              </p:cNvPr>
              <p:cNvSpPr/>
              <p:nvPr/>
            </p:nvSpPr>
            <p:spPr>
              <a:xfrm rot="1320000">
                <a:off x="4234060" y="4446885"/>
                <a:ext cx="648652" cy="647700"/>
              </a:xfrm>
              <a:custGeom>
                <a:avLst/>
                <a:gdLst>
                  <a:gd name="csX0" fmla="*/ 323850 w 648652"/>
                  <a:gd name="csY0" fmla="*/ 438150 h 647700"/>
                  <a:gd name="csX1" fmla="*/ 209550 w 648652"/>
                  <a:gd name="csY1" fmla="*/ 323850 h 647700"/>
                  <a:gd name="csX2" fmla="*/ 323850 w 648652"/>
                  <a:gd name="csY2" fmla="*/ 209550 h 647700"/>
                  <a:gd name="csX3" fmla="*/ 438150 w 648652"/>
                  <a:gd name="csY3" fmla="*/ 323850 h 647700"/>
                  <a:gd name="csX4" fmla="*/ 323850 w 648652"/>
                  <a:gd name="csY4" fmla="*/ 438150 h 647700"/>
                  <a:gd name="csX5" fmla="*/ 581025 w 648652"/>
                  <a:gd name="csY5" fmla="*/ 252413 h 647700"/>
                  <a:gd name="csX6" fmla="*/ 556260 w 648652"/>
                  <a:gd name="csY6" fmla="*/ 193358 h 647700"/>
                  <a:gd name="csX7" fmla="*/ 580073 w 648652"/>
                  <a:gd name="csY7" fmla="*/ 121920 h 647700"/>
                  <a:gd name="csX8" fmla="*/ 525780 w 648652"/>
                  <a:gd name="csY8" fmla="*/ 67628 h 647700"/>
                  <a:gd name="csX9" fmla="*/ 454343 w 648652"/>
                  <a:gd name="csY9" fmla="*/ 91440 h 647700"/>
                  <a:gd name="csX10" fmla="*/ 394335 w 648652"/>
                  <a:gd name="csY10" fmla="*/ 66675 h 647700"/>
                  <a:gd name="csX11" fmla="*/ 361950 w 648652"/>
                  <a:gd name="csY11" fmla="*/ 0 h 647700"/>
                  <a:gd name="csX12" fmla="*/ 285750 w 648652"/>
                  <a:gd name="csY12" fmla="*/ 0 h 647700"/>
                  <a:gd name="csX13" fmla="*/ 252413 w 648652"/>
                  <a:gd name="csY13" fmla="*/ 66675 h 647700"/>
                  <a:gd name="csX14" fmla="*/ 193358 w 648652"/>
                  <a:gd name="csY14" fmla="*/ 91440 h 647700"/>
                  <a:gd name="csX15" fmla="*/ 121920 w 648652"/>
                  <a:gd name="csY15" fmla="*/ 67628 h 647700"/>
                  <a:gd name="csX16" fmla="*/ 67628 w 648652"/>
                  <a:gd name="csY16" fmla="*/ 121920 h 647700"/>
                  <a:gd name="csX17" fmla="*/ 91440 w 648652"/>
                  <a:gd name="csY17" fmla="*/ 193358 h 647700"/>
                  <a:gd name="csX18" fmla="*/ 66675 w 648652"/>
                  <a:gd name="csY18" fmla="*/ 253365 h 647700"/>
                  <a:gd name="csX19" fmla="*/ 0 w 648652"/>
                  <a:gd name="csY19" fmla="*/ 285750 h 647700"/>
                  <a:gd name="csX20" fmla="*/ 0 w 648652"/>
                  <a:gd name="csY20" fmla="*/ 361950 h 647700"/>
                  <a:gd name="csX21" fmla="*/ 66675 w 648652"/>
                  <a:gd name="csY21" fmla="*/ 395288 h 647700"/>
                  <a:gd name="csX22" fmla="*/ 91440 w 648652"/>
                  <a:gd name="csY22" fmla="*/ 454343 h 647700"/>
                  <a:gd name="csX23" fmla="*/ 67628 w 648652"/>
                  <a:gd name="csY23" fmla="*/ 525780 h 647700"/>
                  <a:gd name="csX24" fmla="*/ 121920 w 648652"/>
                  <a:gd name="csY24" fmla="*/ 580073 h 647700"/>
                  <a:gd name="csX25" fmla="*/ 193358 w 648652"/>
                  <a:gd name="csY25" fmla="*/ 556260 h 647700"/>
                  <a:gd name="csX26" fmla="*/ 253365 w 648652"/>
                  <a:gd name="csY26" fmla="*/ 581025 h 647700"/>
                  <a:gd name="csX27" fmla="*/ 286703 w 648652"/>
                  <a:gd name="csY27" fmla="*/ 647700 h 647700"/>
                  <a:gd name="csX28" fmla="*/ 362903 w 648652"/>
                  <a:gd name="csY28" fmla="*/ 647700 h 647700"/>
                  <a:gd name="csX29" fmla="*/ 396240 w 648652"/>
                  <a:gd name="csY29" fmla="*/ 581025 h 647700"/>
                  <a:gd name="csX30" fmla="*/ 455295 w 648652"/>
                  <a:gd name="csY30" fmla="*/ 556260 h 647700"/>
                  <a:gd name="csX31" fmla="*/ 526733 w 648652"/>
                  <a:gd name="csY31" fmla="*/ 580073 h 647700"/>
                  <a:gd name="csX32" fmla="*/ 581025 w 648652"/>
                  <a:gd name="csY32" fmla="*/ 525780 h 647700"/>
                  <a:gd name="csX33" fmla="*/ 557213 w 648652"/>
                  <a:gd name="csY33" fmla="*/ 454343 h 647700"/>
                  <a:gd name="csX34" fmla="*/ 581978 w 648652"/>
                  <a:gd name="csY34" fmla="*/ 394335 h 647700"/>
                  <a:gd name="csX35" fmla="*/ 648653 w 648652"/>
                  <a:gd name="csY35" fmla="*/ 360998 h 647700"/>
                  <a:gd name="csX36" fmla="*/ 648653 w 648652"/>
                  <a:gd name="csY36" fmla="*/ 284798 h 647700"/>
                  <a:gd name="csX37" fmla="*/ 581025 w 648652"/>
                  <a:gd name="csY37" fmla="*/ 252413 h 647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648652" h="647700">
                    <a:moveTo>
                      <a:pt x="323850" y="438150"/>
                    </a:moveTo>
                    <a:cubicBezTo>
                      <a:pt x="260985" y="438150"/>
                      <a:pt x="209550" y="386715"/>
                      <a:pt x="209550" y="323850"/>
                    </a:cubicBezTo>
                    <a:cubicBezTo>
                      <a:pt x="209550" y="260985"/>
                      <a:pt x="260985" y="209550"/>
                      <a:pt x="323850" y="209550"/>
                    </a:cubicBezTo>
                    <a:cubicBezTo>
                      <a:pt x="386715" y="209550"/>
                      <a:pt x="438150" y="260985"/>
                      <a:pt x="438150" y="323850"/>
                    </a:cubicBezTo>
                    <a:cubicBezTo>
                      <a:pt x="438150" y="386715"/>
                      <a:pt x="386715" y="438150"/>
                      <a:pt x="323850" y="438150"/>
                    </a:cubicBezTo>
                    <a:close/>
                    <a:moveTo>
                      <a:pt x="581025" y="252413"/>
                    </a:moveTo>
                    <a:cubicBezTo>
                      <a:pt x="575310" y="231458"/>
                      <a:pt x="566738" y="211455"/>
                      <a:pt x="556260" y="193358"/>
                    </a:cubicBezTo>
                    <a:lnTo>
                      <a:pt x="580073" y="121920"/>
                    </a:lnTo>
                    <a:lnTo>
                      <a:pt x="525780" y="67628"/>
                    </a:lnTo>
                    <a:lnTo>
                      <a:pt x="454343" y="91440"/>
                    </a:lnTo>
                    <a:cubicBezTo>
                      <a:pt x="435293" y="80963"/>
                      <a:pt x="415290" y="72390"/>
                      <a:pt x="394335" y="66675"/>
                    </a:cubicBezTo>
                    <a:lnTo>
                      <a:pt x="361950" y="0"/>
                    </a:lnTo>
                    <a:lnTo>
                      <a:pt x="285750" y="0"/>
                    </a:lnTo>
                    <a:lnTo>
                      <a:pt x="252413" y="66675"/>
                    </a:lnTo>
                    <a:cubicBezTo>
                      <a:pt x="231458" y="72390"/>
                      <a:pt x="211455" y="80963"/>
                      <a:pt x="193358" y="91440"/>
                    </a:cubicBezTo>
                    <a:lnTo>
                      <a:pt x="121920" y="67628"/>
                    </a:lnTo>
                    <a:lnTo>
                      <a:pt x="67628" y="121920"/>
                    </a:lnTo>
                    <a:lnTo>
                      <a:pt x="91440" y="193358"/>
                    </a:lnTo>
                    <a:cubicBezTo>
                      <a:pt x="80963" y="212408"/>
                      <a:pt x="72390" y="232410"/>
                      <a:pt x="66675" y="253365"/>
                    </a:cubicBezTo>
                    <a:lnTo>
                      <a:pt x="0" y="285750"/>
                    </a:lnTo>
                    <a:lnTo>
                      <a:pt x="0" y="361950"/>
                    </a:lnTo>
                    <a:lnTo>
                      <a:pt x="66675" y="395288"/>
                    </a:lnTo>
                    <a:cubicBezTo>
                      <a:pt x="72390" y="416243"/>
                      <a:pt x="80963" y="436245"/>
                      <a:pt x="91440" y="454343"/>
                    </a:cubicBezTo>
                    <a:lnTo>
                      <a:pt x="67628" y="525780"/>
                    </a:lnTo>
                    <a:lnTo>
                      <a:pt x="121920" y="580073"/>
                    </a:lnTo>
                    <a:lnTo>
                      <a:pt x="193358" y="556260"/>
                    </a:lnTo>
                    <a:cubicBezTo>
                      <a:pt x="212408" y="566738"/>
                      <a:pt x="232410" y="575310"/>
                      <a:pt x="253365" y="581025"/>
                    </a:cubicBezTo>
                    <a:lnTo>
                      <a:pt x="286703" y="647700"/>
                    </a:lnTo>
                    <a:lnTo>
                      <a:pt x="362903" y="647700"/>
                    </a:lnTo>
                    <a:lnTo>
                      <a:pt x="396240" y="581025"/>
                    </a:lnTo>
                    <a:cubicBezTo>
                      <a:pt x="417195" y="575310"/>
                      <a:pt x="437198" y="566738"/>
                      <a:pt x="455295" y="556260"/>
                    </a:cubicBezTo>
                    <a:lnTo>
                      <a:pt x="526733" y="580073"/>
                    </a:lnTo>
                    <a:lnTo>
                      <a:pt x="581025" y="525780"/>
                    </a:lnTo>
                    <a:lnTo>
                      <a:pt x="557213" y="454343"/>
                    </a:lnTo>
                    <a:cubicBezTo>
                      <a:pt x="567690" y="435293"/>
                      <a:pt x="576263" y="415290"/>
                      <a:pt x="581978" y="394335"/>
                    </a:cubicBezTo>
                    <a:lnTo>
                      <a:pt x="648653" y="360998"/>
                    </a:lnTo>
                    <a:lnTo>
                      <a:pt x="648653" y="284798"/>
                    </a:lnTo>
                    <a:lnTo>
                      <a:pt x="581025" y="252413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D035A43-0254-9E00-0A37-F106DE04A0B8}"/>
                  </a:ext>
                </a:extLst>
              </p:cNvPr>
              <p:cNvSpPr/>
              <p:nvPr/>
            </p:nvSpPr>
            <p:spPr>
              <a:xfrm rot="1320000">
                <a:off x="4396223" y="4604048"/>
                <a:ext cx="324326" cy="333375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1DFBE1C-EA2A-36E9-0F6D-BD55BB842A98}"/>
                  </a:ext>
                </a:extLst>
              </p:cNvPr>
              <p:cNvSpPr/>
              <p:nvPr/>
            </p:nvSpPr>
            <p:spPr>
              <a:xfrm rot="1320000">
                <a:off x="4520835" y="4733184"/>
                <a:ext cx="75102" cy="7510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7C6FA0B-CB4B-47E6-2AD1-89F344C2A687}"/>
                </a:ext>
              </a:extLst>
            </p:cNvPr>
            <p:cNvGrpSpPr/>
            <p:nvPr/>
          </p:nvGrpSpPr>
          <p:grpSpPr>
            <a:xfrm>
              <a:off x="4680175" y="4889798"/>
              <a:ext cx="648652" cy="647700"/>
              <a:chOff x="4680175" y="4889798"/>
              <a:chExt cx="648652" cy="6477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C02499C-228C-D764-EF2D-3443F8B9A463}"/>
                  </a:ext>
                </a:extLst>
              </p:cNvPr>
              <p:cNvSpPr/>
              <p:nvPr/>
            </p:nvSpPr>
            <p:spPr>
              <a:xfrm>
                <a:off x="4842338" y="5046961"/>
                <a:ext cx="324326" cy="333375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7" name="Graphic 4" descr="Single gear with solid fill">
                <a:extLst>
                  <a:ext uri="{FF2B5EF4-FFF2-40B4-BE49-F238E27FC236}">
                    <a16:creationId xmlns:a16="http://schemas.microsoft.com/office/drawing/2014/main" id="{9033F606-C97A-C641-77A6-9E7F2486CC00}"/>
                  </a:ext>
                </a:extLst>
              </p:cNvPr>
              <p:cNvSpPr/>
              <p:nvPr/>
            </p:nvSpPr>
            <p:spPr>
              <a:xfrm>
                <a:off x="4680175" y="4889798"/>
                <a:ext cx="648652" cy="647700"/>
              </a:xfrm>
              <a:custGeom>
                <a:avLst/>
                <a:gdLst>
                  <a:gd name="csX0" fmla="*/ 323850 w 648652"/>
                  <a:gd name="csY0" fmla="*/ 438150 h 647700"/>
                  <a:gd name="csX1" fmla="*/ 209550 w 648652"/>
                  <a:gd name="csY1" fmla="*/ 323850 h 647700"/>
                  <a:gd name="csX2" fmla="*/ 323850 w 648652"/>
                  <a:gd name="csY2" fmla="*/ 209550 h 647700"/>
                  <a:gd name="csX3" fmla="*/ 438150 w 648652"/>
                  <a:gd name="csY3" fmla="*/ 323850 h 647700"/>
                  <a:gd name="csX4" fmla="*/ 323850 w 648652"/>
                  <a:gd name="csY4" fmla="*/ 438150 h 647700"/>
                  <a:gd name="csX5" fmla="*/ 581025 w 648652"/>
                  <a:gd name="csY5" fmla="*/ 252413 h 647700"/>
                  <a:gd name="csX6" fmla="*/ 556260 w 648652"/>
                  <a:gd name="csY6" fmla="*/ 193358 h 647700"/>
                  <a:gd name="csX7" fmla="*/ 580073 w 648652"/>
                  <a:gd name="csY7" fmla="*/ 121920 h 647700"/>
                  <a:gd name="csX8" fmla="*/ 525780 w 648652"/>
                  <a:gd name="csY8" fmla="*/ 67628 h 647700"/>
                  <a:gd name="csX9" fmla="*/ 454343 w 648652"/>
                  <a:gd name="csY9" fmla="*/ 91440 h 647700"/>
                  <a:gd name="csX10" fmla="*/ 394335 w 648652"/>
                  <a:gd name="csY10" fmla="*/ 66675 h 647700"/>
                  <a:gd name="csX11" fmla="*/ 361950 w 648652"/>
                  <a:gd name="csY11" fmla="*/ 0 h 647700"/>
                  <a:gd name="csX12" fmla="*/ 285750 w 648652"/>
                  <a:gd name="csY12" fmla="*/ 0 h 647700"/>
                  <a:gd name="csX13" fmla="*/ 252413 w 648652"/>
                  <a:gd name="csY13" fmla="*/ 66675 h 647700"/>
                  <a:gd name="csX14" fmla="*/ 193358 w 648652"/>
                  <a:gd name="csY14" fmla="*/ 91440 h 647700"/>
                  <a:gd name="csX15" fmla="*/ 121920 w 648652"/>
                  <a:gd name="csY15" fmla="*/ 67628 h 647700"/>
                  <a:gd name="csX16" fmla="*/ 67628 w 648652"/>
                  <a:gd name="csY16" fmla="*/ 121920 h 647700"/>
                  <a:gd name="csX17" fmla="*/ 91440 w 648652"/>
                  <a:gd name="csY17" fmla="*/ 193358 h 647700"/>
                  <a:gd name="csX18" fmla="*/ 66675 w 648652"/>
                  <a:gd name="csY18" fmla="*/ 253365 h 647700"/>
                  <a:gd name="csX19" fmla="*/ 0 w 648652"/>
                  <a:gd name="csY19" fmla="*/ 285750 h 647700"/>
                  <a:gd name="csX20" fmla="*/ 0 w 648652"/>
                  <a:gd name="csY20" fmla="*/ 361950 h 647700"/>
                  <a:gd name="csX21" fmla="*/ 66675 w 648652"/>
                  <a:gd name="csY21" fmla="*/ 395288 h 647700"/>
                  <a:gd name="csX22" fmla="*/ 91440 w 648652"/>
                  <a:gd name="csY22" fmla="*/ 454343 h 647700"/>
                  <a:gd name="csX23" fmla="*/ 67628 w 648652"/>
                  <a:gd name="csY23" fmla="*/ 525780 h 647700"/>
                  <a:gd name="csX24" fmla="*/ 121920 w 648652"/>
                  <a:gd name="csY24" fmla="*/ 580073 h 647700"/>
                  <a:gd name="csX25" fmla="*/ 193358 w 648652"/>
                  <a:gd name="csY25" fmla="*/ 556260 h 647700"/>
                  <a:gd name="csX26" fmla="*/ 253365 w 648652"/>
                  <a:gd name="csY26" fmla="*/ 581025 h 647700"/>
                  <a:gd name="csX27" fmla="*/ 286703 w 648652"/>
                  <a:gd name="csY27" fmla="*/ 647700 h 647700"/>
                  <a:gd name="csX28" fmla="*/ 362903 w 648652"/>
                  <a:gd name="csY28" fmla="*/ 647700 h 647700"/>
                  <a:gd name="csX29" fmla="*/ 396240 w 648652"/>
                  <a:gd name="csY29" fmla="*/ 581025 h 647700"/>
                  <a:gd name="csX30" fmla="*/ 455295 w 648652"/>
                  <a:gd name="csY30" fmla="*/ 556260 h 647700"/>
                  <a:gd name="csX31" fmla="*/ 526733 w 648652"/>
                  <a:gd name="csY31" fmla="*/ 580073 h 647700"/>
                  <a:gd name="csX32" fmla="*/ 581025 w 648652"/>
                  <a:gd name="csY32" fmla="*/ 525780 h 647700"/>
                  <a:gd name="csX33" fmla="*/ 557213 w 648652"/>
                  <a:gd name="csY33" fmla="*/ 454343 h 647700"/>
                  <a:gd name="csX34" fmla="*/ 581978 w 648652"/>
                  <a:gd name="csY34" fmla="*/ 394335 h 647700"/>
                  <a:gd name="csX35" fmla="*/ 648653 w 648652"/>
                  <a:gd name="csY35" fmla="*/ 360998 h 647700"/>
                  <a:gd name="csX36" fmla="*/ 648653 w 648652"/>
                  <a:gd name="csY36" fmla="*/ 284798 h 647700"/>
                  <a:gd name="csX37" fmla="*/ 581025 w 648652"/>
                  <a:gd name="csY37" fmla="*/ 252413 h 647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648652" h="647700">
                    <a:moveTo>
                      <a:pt x="323850" y="438150"/>
                    </a:moveTo>
                    <a:cubicBezTo>
                      <a:pt x="260985" y="438150"/>
                      <a:pt x="209550" y="386715"/>
                      <a:pt x="209550" y="323850"/>
                    </a:cubicBezTo>
                    <a:cubicBezTo>
                      <a:pt x="209550" y="260985"/>
                      <a:pt x="260985" y="209550"/>
                      <a:pt x="323850" y="209550"/>
                    </a:cubicBezTo>
                    <a:cubicBezTo>
                      <a:pt x="386715" y="209550"/>
                      <a:pt x="438150" y="260985"/>
                      <a:pt x="438150" y="323850"/>
                    </a:cubicBezTo>
                    <a:cubicBezTo>
                      <a:pt x="438150" y="386715"/>
                      <a:pt x="386715" y="438150"/>
                      <a:pt x="323850" y="438150"/>
                    </a:cubicBezTo>
                    <a:close/>
                    <a:moveTo>
                      <a:pt x="581025" y="252413"/>
                    </a:moveTo>
                    <a:cubicBezTo>
                      <a:pt x="575310" y="231458"/>
                      <a:pt x="566738" y="211455"/>
                      <a:pt x="556260" y="193358"/>
                    </a:cubicBezTo>
                    <a:lnTo>
                      <a:pt x="580073" y="121920"/>
                    </a:lnTo>
                    <a:lnTo>
                      <a:pt x="525780" y="67628"/>
                    </a:lnTo>
                    <a:lnTo>
                      <a:pt x="454343" y="91440"/>
                    </a:lnTo>
                    <a:cubicBezTo>
                      <a:pt x="435293" y="80963"/>
                      <a:pt x="415290" y="72390"/>
                      <a:pt x="394335" y="66675"/>
                    </a:cubicBezTo>
                    <a:lnTo>
                      <a:pt x="361950" y="0"/>
                    </a:lnTo>
                    <a:lnTo>
                      <a:pt x="285750" y="0"/>
                    </a:lnTo>
                    <a:lnTo>
                      <a:pt x="252413" y="66675"/>
                    </a:lnTo>
                    <a:cubicBezTo>
                      <a:pt x="231458" y="72390"/>
                      <a:pt x="211455" y="80963"/>
                      <a:pt x="193358" y="91440"/>
                    </a:cubicBezTo>
                    <a:lnTo>
                      <a:pt x="121920" y="67628"/>
                    </a:lnTo>
                    <a:lnTo>
                      <a:pt x="67628" y="121920"/>
                    </a:lnTo>
                    <a:lnTo>
                      <a:pt x="91440" y="193358"/>
                    </a:lnTo>
                    <a:cubicBezTo>
                      <a:pt x="80963" y="212408"/>
                      <a:pt x="72390" y="232410"/>
                      <a:pt x="66675" y="253365"/>
                    </a:cubicBezTo>
                    <a:lnTo>
                      <a:pt x="0" y="285750"/>
                    </a:lnTo>
                    <a:lnTo>
                      <a:pt x="0" y="361950"/>
                    </a:lnTo>
                    <a:lnTo>
                      <a:pt x="66675" y="395288"/>
                    </a:lnTo>
                    <a:cubicBezTo>
                      <a:pt x="72390" y="416243"/>
                      <a:pt x="80963" y="436245"/>
                      <a:pt x="91440" y="454343"/>
                    </a:cubicBezTo>
                    <a:lnTo>
                      <a:pt x="67628" y="525780"/>
                    </a:lnTo>
                    <a:lnTo>
                      <a:pt x="121920" y="580073"/>
                    </a:lnTo>
                    <a:lnTo>
                      <a:pt x="193358" y="556260"/>
                    </a:lnTo>
                    <a:cubicBezTo>
                      <a:pt x="212408" y="566738"/>
                      <a:pt x="232410" y="575310"/>
                      <a:pt x="253365" y="581025"/>
                    </a:cubicBezTo>
                    <a:lnTo>
                      <a:pt x="286703" y="647700"/>
                    </a:lnTo>
                    <a:lnTo>
                      <a:pt x="362903" y="647700"/>
                    </a:lnTo>
                    <a:lnTo>
                      <a:pt x="396240" y="581025"/>
                    </a:lnTo>
                    <a:cubicBezTo>
                      <a:pt x="417195" y="575310"/>
                      <a:pt x="437198" y="566738"/>
                      <a:pt x="455295" y="556260"/>
                    </a:cubicBezTo>
                    <a:lnTo>
                      <a:pt x="526733" y="580073"/>
                    </a:lnTo>
                    <a:lnTo>
                      <a:pt x="581025" y="525780"/>
                    </a:lnTo>
                    <a:lnTo>
                      <a:pt x="557213" y="454343"/>
                    </a:lnTo>
                    <a:cubicBezTo>
                      <a:pt x="567690" y="435293"/>
                      <a:pt x="576263" y="415290"/>
                      <a:pt x="581978" y="394335"/>
                    </a:cubicBezTo>
                    <a:lnTo>
                      <a:pt x="648653" y="360998"/>
                    </a:lnTo>
                    <a:lnTo>
                      <a:pt x="648653" y="284798"/>
                    </a:lnTo>
                    <a:lnTo>
                      <a:pt x="581025" y="252413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BA84C18-D902-D1B6-D733-C60C81B2A076}"/>
                  </a:ext>
                </a:extLst>
              </p:cNvPr>
              <p:cNvSpPr/>
              <p:nvPr/>
            </p:nvSpPr>
            <p:spPr>
              <a:xfrm rot="1320000">
                <a:off x="4966950" y="5176097"/>
                <a:ext cx="75102" cy="7510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95157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0EBC2-A96E-BDDC-108A-3D0EC70D6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</a:t>
            </a:r>
            <a:endParaRPr lang="fr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FE474-AB18-0342-3788-BC8FAC9BA5CB}"/>
              </a:ext>
            </a:extLst>
          </p:cNvPr>
          <p:cNvSpPr txBox="1">
            <a:spLocks noChangeAspect="1"/>
          </p:cNvSpPr>
          <p:nvPr/>
        </p:nvSpPr>
        <p:spPr>
          <a:xfrm>
            <a:off x="1996251" y="827791"/>
            <a:ext cx="1498243" cy="3253324"/>
          </a:xfrm>
          <a:custGeom>
            <a:avLst/>
            <a:gdLst/>
            <a:ahLst/>
            <a:cxnLst/>
            <a:rect l="l" t="t" r="r" b="b"/>
            <a:pathLst>
              <a:path w="569082" h="1235720">
                <a:moveTo>
                  <a:pt x="101836" y="1056866"/>
                </a:moveTo>
                <a:lnTo>
                  <a:pt x="345728" y="1056866"/>
                </a:lnTo>
                <a:lnTo>
                  <a:pt x="345728" y="1235720"/>
                </a:lnTo>
                <a:lnTo>
                  <a:pt x="101836" y="1235720"/>
                </a:lnTo>
                <a:close/>
                <a:moveTo>
                  <a:pt x="276411" y="0"/>
                </a:moveTo>
                <a:cubicBezTo>
                  <a:pt x="368833" y="0"/>
                  <a:pt x="440717" y="15974"/>
                  <a:pt x="492063" y="47923"/>
                </a:cubicBezTo>
                <a:cubicBezTo>
                  <a:pt x="543409" y="79871"/>
                  <a:pt x="569082" y="143483"/>
                  <a:pt x="569082" y="238758"/>
                </a:cubicBezTo>
                <a:lnTo>
                  <a:pt x="569082" y="396218"/>
                </a:lnTo>
                <a:cubicBezTo>
                  <a:pt x="569082" y="447564"/>
                  <a:pt x="560698" y="491493"/>
                  <a:pt x="543930" y="528005"/>
                </a:cubicBezTo>
                <a:cubicBezTo>
                  <a:pt x="527163" y="564518"/>
                  <a:pt x="488943" y="617290"/>
                  <a:pt x="429272" y="686321"/>
                </a:cubicBezTo>
                <a:cubicBezTo>
                  <a:pt x="389488" y="732532"/>
                  <a:pt x="365618" y="773609"/>
                  <a:pt x="357662" y="809551"/>
                </a:cubicBezTo>
                <a:cubicBezTo>
                  <a:pt x="349706" y="845493"/>
                  <a:pt x="345728" y="911101"/>
                  <a:pt x="345728" y="1006376"/>
                </a:cubicBezTo>
                <a:lnTo>
                  <a:pt x="101836" y="1006376"/>
                </a:lnTo>
                <a:lnTo>
                  <a:pt x="101836" y="973001"/>
                </a:lnTo>
                <a:cubicBezTo>
                  <a:pt x="101836" y="886855"/>
                  <a:pt x="107113" y="822815"/>
                  <a:pt x="117667" y="780883"/>
                </a:cubicBezTo>
                <a:cubicBezTo>
                  <a:pt x="128222" y="738951"/>
                  <a:pt x="165733" y="677764"/>
                  <a:pt x="230200" y="597322"/>
                </a:cubicBezTo>
                <a:cubicBezTo>
                  <a:pt x="286680" y="527150"/>
                  <a:pt x="314920" y="469528"/>
                  <a:pt x="314920" y="424458"/>
                </a:cubicBezTo>
                <a:lnTo>
                  <a:pt x="314920" y="203672"/>
                </a:lnTo>
                <a:cubicBezTo>
                  <a:pt x="314920" y="179140"/>
                  <a:pt x="301656" y="166874"/>
                  <a:pt x="275128" y="166874"/>
                </a:cubicBezTo>
                <a:cubicBezTo>
                  <a:pt x="248599" y="166874"/>
                  <a:pt x="235335" y="179140"/>
                  <a:pt x="235335" y="203672"/>
                </a:cubicBezTo>
                <a:lnTo>
                  <a:pt x="235335" y="516880"/>
                </a:lnTo>
                <a:lnTo>
                  <a:pt x="0" y="516880"/>
                </a:lnTo>
                <a:lnTo>
                  <a:pt x="0" y="217364"/>
                </a:lnTo>
                <a:cubicBezTo>
                  <a:pt x="0" y="72455"/>
                  <a:pt x="92137" y="0"/>
                  <a:pt x="276411" y="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CA" sz="13800" dirty="0"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220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ADB7F-0B8E-A312-96F5-E5F2F63B8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Blender</a:t>
            </a:r>
            <a:endParaRPr lang="fr-CA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D2DB10E-1595-403C-1FA9-658F63B1FF71}"/>
              </a:ext>
            </a:extLst>
          </p:cNvPr>
          <p:cNvGrpSpPr>
            <a:grpSpLocks noChangeAspect="1"/>
          </p:cNvGrpSpPr>
          <p:nvPr/>
        </p:nvGrpSpPr>
        <p:grpSpPr>
          <a:xfrm>
            <a:off x="1331594" y="374368"/>
            <a:ext cx="2548743" cy="4255806"/>
            <a:chOff x="5183005" y="451610"/>
            <a:chExt cx="2151245" cy="359207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C7CED8F-30F3-12D0-2C28-7300016C7D40}"/>
                </a:ext>
              </a:extLst>
            </p:cNvPr>
            <p:cNvSpPr/>
            <p:nvPr/>
          </p:nvSpPr>
          <p:spPr>
            <a:xfrm>
              <a:off x="5715000" y="2997200"/>
              <a:ext cx="825500" cy="9017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16EFC02-D8F8-347F-BEE1-85BB045DE714}"/>
                </a:ext>
              </a:extLst>
            </p:cNvPr>
            <p:cNvGrpSpPr/>
            <p:nvPr/>
          </p:nvGrpSpPr>
          <p:grpSpPr>
            <a:xfrm>
              <a:off x="5183005" y="451610"/>
              <a:ext cx="2151245" cy="3592076"/>
              <a:chOff x="5183005" y="451610"/>
              <a:chExt cx="2151245" cy="3592076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F273D968-C2F1-8F05-A098-874A9C0271B3}"/>
                  </a:ext>
                </a:extLst>
              </p:cNvPr>
              <p:cNvSpPr/>
              <p:nvPr/>
            </p:nvSpPr>
            <p:spPr>
              <a:xfrm>
                <a:off x="5189006" y="451610"/>
                <a:ext cx="1848676" cy="380337"/>
              </a:xfrm>
              <a:custGeom>
                <a:avLst/>
                <a:gdLst>
                  <a:gd name="csX0" fmla="*/ 28575 w 361949"/>
                  <a:gd name="csY0" fmla="*/ 85725 h 85725"/>
                  <a:gd name="csX1" fmla="*/ 333375 w 361949"/>
                  <a:gd name="csY1" fmla="*/ 85725 h 85725"/>
                  <a:gd name="csX2" fmla="*/ 361950 w 361949"/>
                  <a:gd name="csY2" fmla="*/ 57150 h 85725"/>
                  <a:gd name="csX3" fmla="*/ 333375 w 361949"/>
                  <a:gd name="csY3" fmla="*/ 28575 h 85725"/>
                  <a:gd name="csX4" fmla="*/ 242888 w 361949"/>
                  <a:gd name="csY4" fmla="*/ 28575 h 85725"/>
                  <a:gd name="csX5" fmla="*/ 233867 w 361949"/>
                  <a:gd name="csY5" fmla="*/ 10535 h 85725"/>
                  <a:gd name="csX6" fmla="*/ 216827 w 361949"/>
                  <a:gd name="csY6" fmla="*/ 0 h 85725"/>
                  <a:gd name="csX7" fmla="*/ 145123 w 361949"/>
                  <a:gd name="csY7" fmla="*/ 0 h 85725"/>
                  <a:gd name="csX8" fmla="*/ 128083 w 361949"/>
                  <a:gd name="csY8" fmla="*/ 10535 h 85725"/>
                  <a:gd name="csX9" fmla="*/ 119063 w 361949"/>
                  <a:gd name="csY9" fmla="*/ 28575 h 85725"/>
                  <a:gd name="csX10" fmla="*/ 28575 w 361949"/>
                  <a:gd name="csY10" fmla="*/ 28575 h 85725"/>
                  <a:gd name="csX11" fmla="*/ 0 w 361949"/>
                  <a:gd name="csY11" fmla="*/ 57150 h 85725"/>
                  <a:gd name="csX12" fmla="*/ 28575 w 361949"/>
                  <a:gd name="csY12" fmla="*/ 85725 h 85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361949" h="85725">
                    <a:moveTo>
                      <a:pt x="28575" y="85725"/>
                    </a:moveTo>
                    <a:lnTo>
                      <a:pt x="333375" y="85725"/>
                    </a:lnTo>
                    <a:cubicBezTo>
                      <a:pt x="349156" y="85725"/>
                      <a:pt x="361950" y="72932"/>
                      <a:pt x="361950" y="57150"/>
                    </a:cubicBezTo>
                    <a:cubicBezTo>
                      <a:pt x="361950" y="41369"/>
                      <a:pt x="349156" y="28575"/>
                      <a:pt x="333375" y="28575"/>
                    </a:cubicBezTo>
                    <a:lnTo>
                      <a:pt x="242888" y="28575"/>
                    </a:lnTo>
                    <a:lnTo>
                      <a:pt x="233867" y="10535"/>
                    </a:lnTo>
                    <a:cubicBezTo>
                      <a:pt x="230641" y="4079"/>
                      <a:pt x="224044" y="0"/>
                      <a:pt x="216827" y="0"/>
                    </a:cubicBezTo>
                    <a:lnTo>
                      <a:pt x="145123" y="0"/>
                    </a:lnTo>
                    <a:cubicBezTo>
                      <a:pt x="137906" y="0"/>
                      <a:pt x="131309" y="4079"/>
                      <a:pt x="128083" y="10535"/>
                    </a:cubicBezTo>
                    <a:lnTo>
                      <a:pt x="119063" y="28575"/>
                    </a:lnTo>
                    <a:lnTo>
                      <a:pt x="28575" y="28575"/>
                    </a:lnTo>
                    <a:cubicBezTo>
                      <a:pt x="12793" y="28575"/>
                      <a:pt x="0" y="41369"/>
                      <a:pt x="0" y="57150"/>
                    </a:cubicBezTo>
                    <a:cubicBezTo>
                      <a:pt x="0" y="72932"/>
                      <a:pt x="12793" y="85725"/>
                      <a:pt x="28575" y="85725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C7058C44-F7AA-32EC-39D0-DED002700EEC}"/>
                  </a:ext>
                </a:extLst>
              </p:cNvPr>
              <p:cNvSpPr/>
              <p:nvPr/>
            </p:nvSpPr>
            <p:spPr>
              <a:xfrm>
                <a:off x="5273570" y="1000986"/>
                <a:ext cx="2060680" cy="1394571"/>
              </a:xfrm>
              <a:custGeom>
                <a:avLst/>
                <a:gdLst>
                  <a:gd name="csX0" fmla="*/ 365322 w 403457"/>
                  <a:gd name="csY0" fmla="*/ 47625 h 314325"/>
                  <a:gd name="csX1" fmla="*/ 318078 w 403457"/>
                  <a:gd name="csY1" fmla="*/ 47625 h 314325"/>
                  <a:gd name="csX2" fmla="*/ 323850 w 403457"/>
                  <a:gd name="csY2" fmla="*/ 0 h 314325"/>
                  <a:gd name="csX3" fmla="*/ 0 w 403457"/>
                  <a:gd name="csY3" fmla="*/ 0 h 314325"/>
                  <a:gd name="csX4" fmla="*/ 38100 w 403457"/>
                  <a:gd name="csY4" fmla="*/ 314325 h 314325"/>
                  <a:gd name="csX5" fmla="*/ 285750 w 403457"/>
                  <a:gd name="csY5" fmla="*/ 314325 h 314325"/>
                  <a:gd name="csX6" fmla="*/ 293570 w 403457"/>
                  <a:gd name="csY6" fmla="*/ 249784 h 314325"/>
                  <a:gd name="csX7" fmla="*/ 352625 w 403457"/>
                  <a:gd name="csY7" fmla="*/ 241906 h 314325"/>
                  <a:gd name="csX8" fmla="*/ 385267 w 403457"/>
                  <a:gd name="csY8" fmla="*/ 209798 h 314325"/>
                  <a:gd name="csX9" fmla="*/ 403031 w 403457"/>
                  <a:gd name="csY9" fmla="*/ 91373 h 314325"/>
                  <a:gd name="csX10" fmla="*/ 371001 w 403457"/>
                  <a:gd name="csY10" fmla="*/ 48046 h 314325"/>
                  <a:gd name="csX11" fmla="*/ 365322 w 403457"/>
                  <a:gd name="csY11" fmla="*/ 47625 h 314325"/>
                  <a:gd name="csX12" fmla="*/ 347605 w 403457"/>
                  <a:gd name="csY12" fmla="*/ 204140 h 314325"/>
                  <a:gd name="csX13" fmla="*/ 298352 w 403457"/>
                  <a:gd name="csY13" fmla="*/ 210712 h 314325"/>
                  <a:gd name="csX14" fmla="*/ 313449 w 403457"/>
                  <a:gd name="csY14" fmla="*/ 85725 h 314325"/>
                  <a:gd name="csX15" fmla="*/ 365322 w 403457"/>
                  <a:gd name="csY15" fmla="*/ 85725 h 3143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03457" h="314325">
                    <a:moveTo>
                      <a:pt x="365322" y="47625"/>
                    </a:moveTo>
                    <a:lnTo>
                      <a:pt x="318078" y="47625"/>
                    </a:lnTo>
                    <a:lnTo>
                      <a:pt x="323850" y="0"/>
                    </a:lnTo>
                    <a:lnTo>
                      <a:pt x="0" y="0"/>
                    </a:lnTo>
                    <a:lnTo>
                      <a:pt x="38100" y="314325"/>
                    </a:lnTo>
                    <a:lnTo>
                      <a:pt x="285750" y="314325"/>
                    </a:lnTo>
                    <a:lnTo>
                      <a:pt x="293570" y="249784"/>
                    </a:lnTo>
                    <a:lnTo>
                      <a:pt x="352625" y="241906"/>
                    </a:lnTo>
                    <a:cubicBezTo>
                      <a:pt x="369440" y="239664"/>
                      <a:pt x="382749" y="226574"/>
                      <a:pt x="385267" y="209798"/>
                    </a:cubicBezTo>
                    <a:lnTo>
                      <a:pt x="403031" y="91373"/>
                    </a:lnTo>
                    <a:cubicBezTo>
                      <a:pt x="406151" y="70564"/>
                      <a:pt x="391810" y="51165"/>
                      <a:pt x="371001" y="48046"/>
                    </a:cubicBezTo>
                    <a:cubicBezTo>
                      <a:pt x="369121" y="47764"/>
                      <a:pt x="367223" y="47623"/>
                      <a:pt x="365322" y="47625"/>
                    </a:cubicBezTo>
                    <a:close/>
                    <a:moveTo>
                      <a:pt x="347605" y="204140"/>
                    </a:moveTo>
                    <a:lnTo>
                      <a:pt x="298352" y="210712"/>
                    </a:lnTo>
                    <a:lnTo>
                      <a:pt x="313449" y="85725"/>
                    </a:lnTo>
                    <a:lnTo>
                      <a:pt x="365322" y="85725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B9BC7742-6AA8-90A5-BA7F-A493DF791B05}"/>
                  </a:ext>
                </a:extLst>
              </p:cNvPr>
              <p:cNvSpPr/>
              <p:nvPr/>
            </p:nvSpPr>
            <p:spPr>
              <a:xfrm>
                <a:off x="5183005" y="2564596"/>
                <a:ext cx="1862500" cy="1479090"/>
              </a:xfrm>
              <a:custGeom>
                <a:avLst/>
                <a:gdLst>
                  <a:gd name="csX0" fmla="*/ 382353 w 400049"/>
                  <a:gd name="csY0" fmla="*/ 129854 h 361950"/>
                  <a:gd name="csX1" fmla="*/ 371923 w 400049"/>
                  <a:gd name="csY1" fmla="*/ 101594 h 361950"/>
                  <a:gd name="csX2" fmla="*/ 344024 w 400049"/>
                  <a:gd name="csY2" fmla="*/ 62541 h 361950"/>
                  <a:gd name="csX3" fmla="*/ 333375 w 400049"/>
                  <a:gd name="csY3" fmla="*/ 29318 h 361950"/>
                  <a:gd name="csX4" fmla="*/ 333375 w 400049"/>
                  <a:gd name="csY4" fmla="*/ 0 h 361950"/>
                  <a:gd name="csX5" fmla="*/ 66675 w 400049"/>
                  <a:gd name="csY5" fmla="*/ 0 h 361950"/>
                  <a:gd name="csX6" fmla="*/ 66675 w 400049"/>
                  <a:gd name="csY6" fmla="*/ 29308 h 361950"/>
                  <a:gd name="csX7" fmla="*/ 56026 w 400049"/>
                  <a:gd name="csY7" fmla="*/ 62532 h 361950"/>
                  <a:gd name="csX8" fmla="*/ 28127 w 400049"/>
                  <a:gd name="csY8" fmla="*/ 101584 h 361950"/>
                  <a:gd name="csX9" fmla="*/ 17697 w 400049"/>
                  <a:gd name="csY9" fmla="*/ 129845 h 361950"/>
                  <a:gd name="csX10" fmla="*/ 0 w 400049"/>
                  <a:gd name="csY10" fmla="*/ 333375 h 361950"/>
                  <a:gd name="csX11" fmla="*/ 38100 w 400049"/>
                  <a:gd name="csY11" fmla="*/ 333375 h 361950"/>
                  <a:gd name="csX12" fmla="*/ 38100 w 400049"/>
                  <a:gd name="csY12" fmla="*/ 361950 h 361950"/>
                  <a:gd name="csX13" fmla="*/ 114300 w 400049"/>
                  <a:gd name="csY13" fmla="*/ 361950 h 361950"/>
                  <a:gd name="csX14" fmla="*/ 114300 w 400049"/>
                  <a:gd name="csY14" fmla="*/ 333375 h 361950"/>
                  <a:gd name="csX15" fmla="*/ 285750 w 400049"/>
                  <a:gd name="csY15" fmla="*/ 333375 h 361950"/>
                  <a:gd name="csX16" fmla="*/ 285750 w 400049"/>
                  <a:gd name="csY16" fmla="*/ 361950 h 361950"/>
                  <a:gd name="csX17" fmla="*/ 361950 w 400049"/>
                  <a:gd name="csY17" fmla="*/ 361950 h 361950"/>
                  <a:gd name="csX18" fmla="*/ 361950 w 400049"/>
                  <a:gd name="csY18" fmla="*/ 333375 h 361950"/>
                  <a:gd name="csX19" fmla="*/ 400050 w 400049"/>
                  <a:gd name="csY19" fmla="*/ 333375 h 361950"/>
                  <a:gd name="csX20" fmla="*/ 200025 w 400049"/>
                  <a:gd name="csY20" fmla="*/ 242888 h 361950"/>
                  <a:gd name="csX21" fmla="*/ 147638 w 400049"/>
                  <a:gd name="csY21" fmla="*/ 190500 h 361950"/>
                  <a:gd name="csX22" fmla="*/ 200025 w 400049"/>
                  <a:gd name="csY22" fmla="*/ 138113 h 361950"/>
                  <a:gd name="csX23" fmla="*/ 252413 w 400049"/>
                  <a:gd name="csY23" fmla="*/ 190500 h 361950"/>
                  <a:gd name="csX24" fmla="*/ 200025 w 400049"/>
                  <a:gd name="csY24" fmla="*/ 242888 h 361950"/>
                  <a:gd name="csX0" fmla="*/ 364656 w 382353"/>
                  <a:gd name="csY0" fmla="*/ 129854 h 361950"/>
                  <a:gd name="csX1" fmla="*/ 354226 w 382353"/>
                  <a:gd name="csY1" fmla="*/ 101594 h 361950"/>
                  <a:gd name="csX2" fmla="*/ 326327 w 382353"/>
                  <a:gd name="csY2" fmla="*/ 62541 h 361950"/>
                  <a:gd name="csX3" fmla="*/ 315678 w 382353"/>
                  <a:gd name="csY3" fmla="*/ 29318 h 361950"/>
                  <a:gd name="csX4" fmla="*/ 315678 w 382353"/>
                  <a:gd name="csY4" fmla="*/ 0 h 361950"/>
                  <a:gd name="csX5" fmla="*/ 48978 w 382353"/>
                  <a:gd name="csY5" fmla="*/ 0 h 361950"/>
                  <a:gd name="csX6" fmla="*/ 48978 w 382353"/>
                  <a:gd name="csY6" fmla="*/ 29308 h 361950"/>
                  <a:gd name="csX7" fmla="*/ 38329 w 382353"/>
                  <a:gd name="csY7" fmla="*/ 62532 h 361950"/>
                  <a:gd name="csX8" fmla="*/ 10430 w 382353"/>
                  <a:gd name="csY8" fmla="*/ 101584 h 361950"/>
                  <a:gd name="csX9" fmla="*/ 0 w 382353"/>
                  <a:gd name="csY9" fmla="*/ 129845 h 361950"/>
                  <a:gd name="csX10" fmla="*/ 20403 w 382353"/>
                  <a:gd name="csY10" fmla="*/ 333375 h 361950"/>
                  <a:gd name="csX11" fmla="*/ 20403 w 382353"/>
                  <a:gd name="csY11" fmla="*/ 361950 h 361950"/>
                  <a:gd name="csX12" fmla="*/ 96603 w 382353"/>
                  <a:gd name="csY12" fmla="*/ 361950 h 361950"/>
                  <a:gd name="csX13" fmla="*/ 96603 w 382353"/>
                  <a:gd name="csY13" fmla="*/ 333375 h 361950"/>
                  <a:gd name="csX14" fmla="*/ 268053 w 382353"/>
                  <a:gd name="csY14" fmla="*/ 333375 h 361950"/>
                  <a:gd name="csX15" fmla="*/ 268053 w 382353"/>
                  <a:gd name="csY15" fmla="*/ 361950 h 361950"/>
                  <a:gd name="csX16" fmla="*/ 344253 w 382353"/>
                  <a:gd name="csY16" fmla="*/ 361950 h 361950"/>
                  <a:gd name="csX17" fmla="*/ 344253 w 382353"/>
                  <a:gd name="csY17" fmla="*/ 333375 h 361950"/>
                  <a:gd name="csX18" fmla="*/ 382353 w 382353"/>
                  <a:gd name="csY18" fmla="*/ 333375 h 361950"/>
                  <a:gd name="csX19" fmla="*/ 364656 w 382353"/>
                  <a:gd name="csY19" fmla="*/ 129854 h 361950"/>
                  <a:gd name="csX20" fmla="*/ 182328 w 382353"/>
                  <a:gd name="csY20" fmla="*/ 242888 h 361950"/>
                  <a:gd name="csX21" fmla="*/ 129941 w 382353"/>
                  <a:gd name="csY21" fmla="*/ 190500 h 361950"/>
                  <a:gd name="csX22" fmla="*/ 182328 w 382353"/>
                  <a:gd name="csY22" fmla="*/ 138113 h 361950"/>
                  <a:gd name="csX23" fmla="*/ 234716 w 382353"/>
                  <a:gd name="csY23" fmla="*/ 190500 h 361950"/>
                  <a:gd name="csX24" fmla="*/ 182328 w 382353"/>
                  <a:gd name="csY24" fmla="*/ 242888 h 361950"/>
                  <a:gd name="csX0" fmla="*/ 364656 w 364656"/>
                  <a:gd name="csY0" fmla="*/ 129854 h 361950"/>
                  <a:gd name="csX1" fmla="*/ 354226 w 364656"/>
                  <a:gd name="csY1" fmla="*/ 101594 h 361950"/>
                  <a:gd name="csX2" fmla="*/ 326327 w 364656"/>
                  <a:gd name="csY2" fmla="*/ 62541 h 361950"/>
                  <a:gd name="csX3" fmla="*/ 315678 w 364656"/>
                  <a:gd name="csY3" fmla="*/ 29318 h 361950"/>
                  <a:gd name="csX4" fmla="*/ 315678 w 364656"/>
                  <a:gd name="csY4" fmla="*/ 0 h 361950"/>
                  <a:gd name="csX5" fmla="*/ 48978 w 364656"/>
                  <a:gd name="csY5" fmla="*/ 0 h 361950"/>
                  <a:gd name="csX6" fmla="*/ 48978 w 364656"/>
                  <a:gd name="csY6" fmla="*/ 29308 h 361950"/>
                  <a:gd name="csX7" fmla="*/ 38329 w 364656"/>
                  <a:gd name="csY7" fmla="*/ 62532 h 361950"/>
                  <a:gd name="csX8" fmla="*/ 10430 w 364656"/>
                  <a:gd name="csY8" fmla="*/ 101584 h 361950"/>
                  <a:gd name="csX9" fmla="*/ 0 w 364656"/>
                  <a:gd name="csY9" fmla="*/ 129845 h 361950"/>
                  <a:gd name="csX10" fmla="*/ 20403 w 364656"/>
                  <a:gd name="csY10" fmla="*/ 333375 h 361950"/>
                  <a:gd name="csX11" fmla="*/ 20403 w 364656"/>
                  <a:gd name="csY11" fmla="*/ 361950 h 361950"/>
                  <a:gd name="csX12" fmla="*/ 96603 w 364656"/>
                  <a:gd name="csY12" fmla="*/ 361950 h 361950"/>
                  <a:gd name="csX13" fmla="*/ 96603 w 364656"/>
                  <a:gd name="csY13" fmla="*/ 333375 h 361950"/>
                  <a:gd name="csX14" fmla="*/ 268053 w 364656"/>
                  <a:gd name="csY14" fmla="*/ 333375 h 361950"/>
                  <a:gd name="csX15" fmla="*/ 268053 w 364656"/>
                  <a:gd name="csY15" fmla="*/ 361950 h 361950"/>
                  <a:gd name="csX16" fmla="*/ 344253 w 364656"/>
                  <a:gd name="csY16" fmla="*/ 361950 h 361950"/>
                  <a:gd name="csX17" fmla="*/ 344253 w 364656"/>
                  <a:gd name="csY17" fmla="*/ 333375 h 361950"/>
                  <a:gd name="csX18" fmla="*/ 364656 w 364656"/>
                  <a:gd name="csY18" fmla="*/ 129854 h 361950"/>
                  <a:gd name="csX19" fmla="*/ 182328 w 364656"/>
                  <a:gd name="csY19" fmla="*/ 242888 h 361950"/>
                  <a:gd name="csX20" fmla="*/ 129941 w 364656"/>
                  <a:gd name="csY20" fmla="*/ 190500 h 361950"/>
                  <a:gd name="csX21" fmla="*/ 182328 w 364656"/>
                  <a:gd name="csY21" fmla="*/ 138113 h 361950"/>
                  <a:gd name="csX22" fmla="*/ 234716 w 364656"/>
                  <a:gd name="csY22" fmla="*/ 190500 h 361950"/>
                  <a:gd name="csX23" fmla="*/ 182328 w 364656"/>
                  <a:gd name="csY23" fmla="*/ 242888 h 361950"/>
                  <a:gd name="csX0" fmla="*/ 364656 w 364656"/>
                  <a:gd name="csY0" fmla="*/ 129854 h 361950"/>
                  <a:gd name="csX1" fmla="*/ 354226 w 364656"/>
                  <a:gd name="csY1" fmla="*/ 101594 h 361950"/>
                  <a:gd name="csX2" fmla="*/ 326327 w 364656"/>
                  <a:gd name="csY2" fmla="*/ 62541 h 361950"/>
                  <a:gd name="csX3" fmla="*/ 315678 w 364656"/>
                  <a:gd name="csY3" fmla="*/ 29318 h 361950"/>
                  <a:gd name="csX4" fmla="*/ 315678 w 364656"/>
                  <a:gd name="csY4" fmla="*/ 0 h 361950"/>
                  <a:gd name="csX5" fmla="*/ 48978 w 364656"/>
                  <a:gd name="csY5" fmla="*/ 0 h 361950"/>
                  <a:gd name="csX6" fmla="*/ 48978 w 364656"/>
                  <a:gd name="csY6" fmla="*/ 29308 h 361950"/>
                  <a:gd name="csX7" fmla="*/ 38329 w 364656"/>
                  <a:gd name="csY7" fmla="*/ 62532 h 361950"/>
                  <a:gd name="csX8" fmla="*/ 10430 w 364656"/>
                  <a:gd name="csY8" fmla="*/ 101584 h 361950"/>
                  <a:gd name="csX9" fmla="*/ 0 w 364656"/>
                  <a:gd name="csY9" fmla="*/ 129845 h 361950"/>
                  <a:gd name="csX10" fmla="*/ 20403 w 364656"/>
                  <a:gd name="csY10" fmla="*/ 333375 h 361950"/>
                  <a:gd name="csX11" fmla="*/ 96603 w 364656"/>
                  <a:gd name="csY11" fmla="*/ 361950 h 361950"/>
                  <a:gd name="csX12" fmla="*/ 96603 w 364656"/>
                  <a:gd name="csY12" fmla="*/ 333375 h 361950"/>
                  <a:gd name="csX13" fmla="*/ 268053 w 364656"/>
                  <a:gd name="csY13" fmla="*/ 333375 h 361950"/>
                  <a:gd name="csX14" fmla="*/ 268053 w 364656"/>
                  <a:gd name="csY14" fmla="*/ 361950 h 361950"/>
                  <a:gd name="csX15" fmla="*/ 344253 w 364656"/>
                  <a:gd name="csY15" fmla="*/ 361950 h 361950"/>
                  <a:gd name="csX16" fmla="*/ 344253 w 364656"/>
                  <a:gd name="csY16" fmla="*/ 333375 h 361950"/>
                  <a:gd name="csX17" fmla="*/ 364656 w 364656"/>
                  <a:gd name="csY17" fmla="*/ 129854 h 361950"/>
                  <a:gd name="csX18" fmla="*/ 182328 w 364656"/>
                  <a:gd name="csY18" fmla="*/ 242888 h 361950"/>
                  <a:gd name="csX19" fmla="*/ 129941 w 364656"/>
                  <a:gd name="csY19" fmla="*/ 190500 h 361950"/>
                  <a:gd name="csX20" fmla="*/ 182328 w 364656"/>
                  <a:gd name="csY20" fmla="*/ 138113 h 361950"/>
                  <a:gd name="csX21" fmla="*/ 234716 w 364656"/>
                  <a:gd name="csY21" fmla="*/ 190500 h 361950"/>
                  <a:gd name="csX22" fmla="*/ 182328 w 364656"/>
                  <a:gd name="csY22" fmla="*/ 242888 h 361950"/>
                  <a:gd name="csX0" fmla="*/ 364656 w 364656"/>
                  <a:gd name="csY0" fmla="*/ 129854 h 361950"/>
                  <a:gd name="csX1" fmla="*/ 354226 w 364656"/>
                  <a:gd name="csY1" fmla="*/ 101594 h 361950"/>
                  <a:gd name="csX2" fmla="*/ 326327 w 364656"/>
                  <a:gd name="csY2" fmla="*/ 62541 h 361950"/>
                  <a:gd name="csX3" fmla="*/ 315678 w 364656"/>
                  <a:gd name="csY3" fmla="*/ 29318 h 361950"/>
                  <a:gd name="csX4" fmla="*/ 315678 w 364656"/>
                  <a:gd name="csY4" fmla="*/ 0 h 361950"/>
                  <a:gd name="csX5" fmla="*/ 48978 w 364656"/>
                  <a:gd name="csY5" fmla="*/ 0 h 361950"/>
                  <a:gd name="csX6" fmla="*/ 48978 w 364656"/>
                  <a:gd name="csY6" fmla="*/ 29308 h 361950"/>
                  <a:gd name="csX7" fmla="*/ 38329 w 364656"/>
                  <a:gd name="csY7" fmla="*/ 62532 h 361950"/>
                  <a:gd name="csX8" fmla="*/ 10430 w 364656"/>
                  <a:gd name="csY8" fmla="*/ 101584 h 361950"/>
                  <a:gd name="csX9" fmla="*/ 0 w 364656"/>
                  <a:gd name="csY9" fmla="*/ 129845 h 361950"/>
                  <a:gd name="csX10" fmla="*/ 20403 w 364656"/>
                  <a:gd name="csY10" fmla="*/ 333375 h 361950"/>
                  <a:gd name="csX11" fmla="*/ 96603 w 364656"/>
                  <a:gd name="csY11" fmla="*/ 333375 h 361950"/>
                  <a:gd name="csX12" fmla="*/ 268053 w 364656"/>
                  <a:gd name="csY12" fmla="*/ 333375 h 361950"/>
                  <a:gd name="csX13" fmla="*/ 268053 w 364656"/>
                  <a:gd name="csY13" fmla="*/ 361950 h 361950"/>
                  <a:gd name="csX14" fmla="*/ 344253 w 364656"/>
                  <a:gd name="csY14" fmla="*/ 361950 h 361950"/>
                  <a:gd name="csX15" fmla="*/ 344253 w 364656"/>
                  <a:gd name="csY15" fmla="*/ 333375 h 361950"/>
                  <a:gd name="csX16" fmla="*/ 364656 w 364656"/>
                  <a:gd name="csY16" fmla="*/ 129854 h 361950"/>
                  <a:gd name="csX17" fmla="*/ 182328 w 364656"/>
                  <a:gd name="csY17" fmla="*/ 242888 h 361950"/>
                  <a:gd name="csX18" fmla="*/ 129941 w 364656"/>
                  <a:gd name="csY18" fmla="*/ 190500 h 361950"/>
                  <a:gd name="csX19" fmla="*/ 182328 w 364656"/>
                  <a:gd name="csY19" fmla="*/ 138113 h 361950"/>
                  <a:gd name="csX20" fmla="*/ 234716 w 364656"/>
                  <a:gd name="csY20" fmla="*/ 190500 h 361950"/>
                  <a:gd name="csX21" fmla="*/ 182328 w 364656"/>
                  <a:gd name="csY21" fmla="*/ 242888 h 361950"/>
                  <a:gd name="csX0" fmla="*/ 364656 w 364656"/>
                  <a:gd name="csY0" fmla="*/ 129854 h 361950"/>
                  <a:gd name="csX1" fmla="*/ 354226 w 364656"/>
                  <a:gd name="csY1" fmla="*/ 101594 h 361950"/>
                  <a:gd name="csX2" fmla="*/ 326327 w 364656"/>
                  <a:gd name="csY2" fmla="*/ 62541 h 361950"/>
                  <a:gd name="csX3" fmla="*/ 315678 w 364656"/>
                  <a:gd name="csY3" fmla="*/ 29318 h 361950"/>
                  <a:gd name="csX4" fmla="*/ 315678 w 364656"/>
                  <a:gd name="csY4" fmla="*/ 0 h 361950"/>
                  <a:gd name="csX5" fmla="*/ 48978 w 364656"/>
                  <a:gd name="csY5" fmla="*/ 0 h 361950"/>
                  <a:gd name="csX6" fmla="*/ 48978 w 364656"/>
                  <a:gd name="csY6" fmla="*/ 29308 h 361950"/>
                  <a:gd name="csX7" fmla="*/ 38329 w 364656"/>
                  <a:gd name="csY7" fmla="*/ 62532 h 361950"/>
                  <a:gd name="csX8" fmla="*/ 10430 w 364656"/>
                  <a:gd name="csY8" fmla="*/ 101584 h 361950"/>
                  <a:gd name="csX9" fmla="*/ 0 w 364656"/>
                  <a:gd name="csY9" fmla="*/ 129845 h 361950"/>
                  <a:gd name="csX10" fmla="*/ 20403 w 364656"/>
                  <a:gd name="csY10" fmla="*/ 333375 h 361950"/>
                  <a:gd name="csX11" fmla="*/ 96603 w 364656"/>
                  <a:gd name="csY11" fmla="*/ 333375 h 361950"/>
                  <a:gd name="csX12" fmla="*/ 268053 w 364656"/>
                  <a:gd name="csY12" fmla="*/ 333375 h 361950"/>
                  <a:gd name="csX13" fmla="*/ 344253 w 364656"/>
                  <a:gd name="csY13" fmla="*/ 361950 h 361950"/>
                  <a:gd name="csX14" fmla="*/ 344253 w 364656"/>
                  <a:gd name="csY14" fmla="*/ 333375 h 361950"/>
                  <a:gd name="csX15" fmla="*/ 364656 w 364656"/>
                  <a:gd name="csY15" fmla="*/ 129854 h 361950"/>
                  <a:gd name="csX16" fmla="*/ 182328 w 364656"/>
                  <a:gd name="csY16" fmla="*/ 242888 h 361950"/>
                  <a:gd name="csX17" fmla="*/ 129941 w 364656"/>
                  <a:gd name="csY17" fmla="*/ 190500 h 361950"/>
                  <a:gd name="csX18" fmla="*/ 182328 w 364656"/>
                  <a:gd name="csY18" fmla="*/ 138113 h 361950"/>
                  <a:gd name="csX19" fmla="*/ 234716 w 364656"/>
                  <a:gd name="csY19" fmla="*/ 190500 h 361950"/>
                  <a:gd name="csX20" fmla="*/ 182328 w 364656"/>
                  <a:gd name="csY20" fmla="*/ 242888 h 361950"/>
                  <a:gd name="csX0" fmla="*/ 364656 w 364656"/>
                  <a:gd name="csY0" fmla="*/ 129854 h 333375"/>
                  <a:gd name="csX1" fmla="*/ 354226 w 364656"/>
                  <a:gd name="csY1" fmla="*/ 101594 h 333375"/>
                  <a:gd name="csX2" fmla="*/ 326327 w 364656"/>
                  <a:gd name="csY2" fmla="*/ 62541 h 333375"/>
                  <a:gd name="csX3" fmla="*/ 315678 w 364656"/>
                  <a:gd name="csY3" fmla="*/ 29318 h 333375"/>
                  <a:gd name="csX4" fmla="*/ 315678 w 364656"/>
                  <a:gd name="csY4" fmla="*/ 0 h 333375"/>
                  <a:gd name="csX5" fmla="*/ 48978 w 364656"/>
                  <a:gd name="csY5" fmla="*/ 0 h 333375"/>
                  <a:gd name="csX6" fmla="*/ 48978 w 364656"/>
                  <a:gd name="csY6" fmla="*/ 29308 h 333375"/>
                  <a:gd name="csX7" fmla="*/ 38329 w 364656"/>
                  <a:gd name="csY7" fmla="*/ 62532 h 333375"/>
                  <a:gd name="csX8" fmla="*/ 10430 w 364656"/>
                  <a:gd name="csY8" fmla="*/ 101584 h 333375"/>
                  <a:gd name="csX9" fmla="*/ 0 w 364656"/>
                  <a:gd name="csY9" fmla="*/ 129845 h 333375"/>
                  <a:gd name="csX10" fmla="*/ 20403 w 364656"/>
                  <a:gd name="csY10" fmla="*/ 333375 h 333375"/>
                  <a:gd name="csX11" fmla="*/ 96603 w 364656"/>
                  <a:gd name="csY11" fmla="*/ 333375 h 333375"/>
                  <a:gd name="csX12" fmla="*/ 268053 w 364656"/>
                  <a:gd name="csY12" fmla="*/ 333375 h 333375"/>
                  <a:gd name="csX13" fmla="*/ 344253 w 364656"/>
                  <a:gd name="csY13" fmla="*/ 333375 h 333375"/>
                  <a:gd name="csX14" fmla="*/ 364656 w 364656"/>
                  <a:gd name="csY14" fmla="*/ 129854 h 333375"/>
                  <a:gd name="csX15" fmla="*/ 182328 w 364656"/>
                  <a:gd name="csY15" fmla="*/ 242888 h 333375"/>
                  <a:gd name="csX16" fmla="*/ 129941 w 364656"/>
                  <a:gd name="csY16" fmla="*/ 190500 h 333375"/>
                  <a:gd name="csX17" fmla="*/ 182328 w 364656"/>
                  <a:gd name="csY17" fmla="*/ 138113 h 333375"/>
                  <a:gd name="csX18" fmla="*/ 234716 w 364656"/>
                  <a:gd name="csY18" fmla="*/ 190500 h 333375"/>
                  <a:gd name="csX19" fmla="*/ 182328 w 364656"/>
                  <a:gd name="csY19" fmla="*/ 242888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364656" h="333375">
                    <a:moveTo>
                      <a:pt x="364656" y="129854"/>
                    </a:moveTo>
                    <a:cubicBezTo>
                      <a:pt x="363769" y="119671"/>
                      <a:pt x="360167" y="109912"/>
                      <a:pt x="354226" y="101594"/>
                    </a:cubicBezTo>
                    <a:lnTo>
                      <a:pt x="326327" y="62541"/>
                    </a:lnTo>
                    <a:cubicBezTo>
                      <a:pt x="319401" y="52848"/>
                      <a:pt x="315678" y="41232"/>
                      <a:pt x="315678" y="29318"/>
                    </a:cubicBezTo>
                    <a:lnTo>
                      <a:pt x="315678" y="0"/>
                    </a:lnTo>
                    <a:lnTo>
                      <a:pt x="48978" y="0"/>
                    </a:lnTo>
                    <a:lnTo>
                      <a:pt x="48978" y="29308"/>
                    </a:lnTo>
                    <a:cubicBezTo>
                      <a:pt x="48978" y="41222"/>
                      <a:pt x="45255" y="52838"/>
                      <a:pt x="38329" y="62532"/>
                    </a:cubicBezTo>
                    <a:lnTo>
                      <a:pt x="10430" y="101584"/>
                    </a:lnTo>
                    <a:cubicBezTo>
                      <a:pt x="4489" y="109902"/>
                      <a:pt x="887" y="119662"/>
                      <a:pt x="0" y="129845"/>
                    </a:cubicBezTo>
                    <a:lnTo>
                      <a:pt x="20403" y="333375"/>
                    </a:lnTo>
                    <a:lnTo>
                      <a:pt x="96603" y="333375"/>
                    </a:lnTo>
                    <a:lnTo>
                      <a:pt x="268053" y="333375"/>
                    </a:lnTo>
                    <a:lnTo>
                      <a:pt x="344253" y="333375"/>
                    </a:lnTo>
                    <a:lnTo>
                      <a:pt x="364656" y="129854"/>
                    </a:lnTo>
                    <a:close/>
                    <a:moveTo>
                      <a:pt x="182328" y="242888"/>
                    </a:moveTo>
                    <a:cubicBezTo>
                      <a:pt x="153395" y="242888"/>
                      <a:pt x="129941" y="219433"/>
                      <a:pt x="129941" y="190500"/>
                    </a:cubicBezTo>
                    <a:cubicBezTo>
                      <a:pt x="129941" y="161567"/>
                      <a:pt x="153395" y="138113"/>
                      <a:pt x="182328" y="138113"/>
                    </a:cubicBezTo>
                    <a:cubicBezTo>
                      <a:pt x="211261" y="138113"/>
                      <a:pt x="234716" y="161567"/>
                      <a:pt x="234716" y="190500"/>
                    </a:cubicBezTo>
                    <a:cubicBezTo>
                      <a:pt x="234684" y="219420"/>
                      <a:pt x="211248" y="242856"/>
                      <a:pt x="182328" y="242888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CA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2482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ED5E0EDF-6654-471A-9152-1AD436542039}" vid="{68565B33-DC4F-48B5-8FB5-9F06D76F8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</TotalTime>
  <Words>32</Words>
  <Application>Microsoft Office PowerPoint</Application>
  <PresentationFormat>Custom</PresentationFormat>
  <Paragraphs>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 Display</vt:lpstr>
      <vt:lpstr>Arial</vt:lpstr>
      <vt:lpstr>Haettenschweiler</vt:lpstr>
      <vt:lpstr>Impact</vt:lpstr>
      <vt:lpstr>Office Theme</vt:lpstr>
      <vt:lpstr>Color Picker</vt:lpstr>
      <vt:lpstr>Logo Fond Blanc</vt:lpstr>
      <vt:lpstr>Logo Transparent</vt:lpstr>
      <vt:lpstr>Open</vt:lpstr>
      <vt:lpstr>Save</vt:lpstr>
      <vt:lpstr>New Palette</vt:lpstr>
      <vt:lpstr>Undo</vt:lpstr>
      <vt:lpstr>Commit</vt:lpstr>
      <vt:lpstr>Gradient</vt:lpstr>
      <vt:lpstr>Slider</vt:lpstr>
      <vt:lpstr>Lock Color Properties</vt:lpstr>
      <vt:lpstr>Color Test “lorem”</vt:lpstr>
      <vt:lpstr>Dark/Light mode switcher</vt:lpstr>
      <vt:lpstr>Settings</vt:lpstr>
      <vt:lpstr>About</vt:lpstr>
      <vt:lpstr>Blender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Bruneau</dc:creator>
  <cp:lastModifiedBy>Guy Bruneau</cp:lastModifiedBy>
  <cp:revision>3</cp:revision>
  <dcterms:created xsi:type="dcterms:W3CDTF">2026-02-25T10:18:54Z</dcterms:created>
  <dcterms:modified xsi:type="dcterms:W3CDTF">2026-02-25T11:28:20Z</dcterms:modified>
</cp:coreProperties>
</file>